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e70ca8e51604717" /><Relationship Type="http://schemas.openxmlformats.org/officeDocument/2006/relationships/extended-properties" Target="/docProps/app.xml" Id="R301d978b4bb444bb" /><Relationship Type="http://schemas.openxmlformats.org/officeDocument/2006/relationships/officeDocument" Target="/ppt/presentation.xml" Id="Rfa6aa281a7c34fdb" /></Relationships>
</file>

<file path=ppt/presentation.xml><?xml version="1.0" encoding="utf-8"?>
<p:presentation xmlns:p="http://schemas.openxmlformats.org/presentationml/2006/main">
  <p:sldMasterIdLst>
    <p:sldMasterId xmlns:r="http://schemas.openxmlformats.org/officeDocument/2006/relationships" id="2147483648" r:id="R559815691eba4fa1"/>
  </p:sldMasterIdLst>
  <p:notesMasterIdLst>
    <p:notesMasterId xmlns:r="http://schemas.openxmlformats.org/officeDocument/2006/relationships" r:id="Rd92ee4c209d54468"/>
  </p:notesMasterIdLst>
  <p:sldIdLst>
    <p:sldId xmlns:r="http://schemas.openxmlformats.org/officeDocument/2006/relationships" id="256" r:id="R19bde997e93b4345"/>
    <p:sldId xmlns:r="http://schemas.openxmlformats.org/officeDocument/2006/relationships" id="257" r:id="R1f522d2b471f4a00"/>
    <p:sldId xmlns:r="http://schemas.openxmlformats.org/officeDocument/2006/relationships" id="258" r:id="Raff15c39e9614e8e"/>
    <p:sldId xmlns:r="http://schemas.openxmlformats.org/officeDocument/2006/relationships" id="259" r:id="Rdf0e3c3929544d2f"/>
    <p:sldId xmlns:r="http://schemas.openxmlformats.org/officeDocument/2006/relationships" id="260" r:id="Rf1202ddd1f464730"/>
    <p:sldId xmlns:r="http://schemas.openxmlformats.org/officeDocument/2006/relationships" id="261" r:id="Ra6cb92929f094d88"/>
    <p:sldId xmlns:r="http://schemas.openxmlformats.org/officeDocument/2006/relationships" id="262" r:id="R4dd29ee53b01465f"/>
    <p:sldId xmlns:r="http://schemas.openxmlformats.org/officeDocument/2006/relationships" id="263" r:id="R526e2206824c46a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33d9a7afe9547d8" /><Relationship Type="http://schemas.openxmlformats.org/officeDocument/2006/relationships/slideMaster" Target="/ppt/slideMasters/slideMaster1.xml" Id="R559815691eba4fa1" /><Relationship Type="http://schemas.openxmlformats.org/officeDocument/2006/relationships/notesMaster" Target="/ppt/notesMasters/notesMaster1.xml" Id="Rd92ee4c209d54468" /><Relationship Type="http://schemas.openxmlformats.org/officeDocument/2006/relationships/presProps" Target="/ppt/presProps.xml" Id="R5a873b8872d84d5c" /><Relationship Type="http://schemas.openxmlformats.org/officeDocument/2006/relationships/tableStyles" Target="/ppt/tableStyles.xml" Id="Rb288246dedaf4fed" /><Relationship Type="http://schemas.openxmlformats.org/officeDocument/2006/relationships/slide" Target="/ppt/slides/slide1.xml" Id="R19bde997e93b4345" /><Relationship Type="http://schemas.openxmlformats.org/officeDocument/2006/relationships/slide" Target="/ppt/slides/slide2.xml" Id="R1f522d2b471f4a00" /><Relationship Type="http://schemas.openxmlformats.org/officeDocument/2006/relationships/slide" Target="/ppt/slides/slide3.xml" Id="Raff15c39e9614e8e" /><Relationship Type="http://schemas.openxmlformats.org/officeDocument/2006/relationships/slide" Target="/ppt/slides/slide4.xml" Id="Rdf0e3c3929544d2f" /><Relationship Type="http://schemas.openxmlformats.org/officeDocument/2006/relationships/slide" Target="/ppt/slides/slide5.xml" Id="Rf1202ddd1f464730" /><Relationship Type="http://schemas.openxmlformats.org/officeDocument/2006/relationships/slide" Target="/ppt/slides/slide6.xml" Id="Ra6cb92929f094d88" /><Relationship Type="http://schemas.openxmlformats.org/officeDocument/2006/relationships/slide" Target="/ppt/slides/slide7.xml" Id="R4dd29ee53b01465f" /><Relationship Type="http://schemas.openxmlformats.org/officeDocument/2006/relationships/slide" Target="/ppt/slides/slide8.xml" Id="R526e2206824c46a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65a6eba4ec8404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a532ccac2f64350" /><Relationship Type="http://schemas.openxmlformats.org/officeDocument/2006/relationships/notesMaster" Target="/ppt/notesMasters/notesMaster1.xml" Id="R36c3ea42b7df4dbe" /></Relationships>
</file>

<file path=ppt/notesSlides/_rels/notesSlide2.xml.rels>&#65279;<?xml version="1.0" encoding="utf-8"?><Relationships xmlns="http://schemas.openxmlformats.org/package/2006/relationships"><Relationship Type="http://schemas.openxmlformats.org/officeDocument/2006/relationships/slide" Target="/ppt/slides/slide2.xml" Id="Re764f4bca9224eaa" /><Relationship Type="http://schemas.openxmlformats.org/officeDocument/2006/relationships/notesMaster" Target="/ppt/notesMasters/notesMaster1.xml" Id="R8a515eeab7534b41" /></Relationships>
</file>

<file path=ppt/notesSlides/_rels/notesSlide3.xml.rels>&#65279;<?xml version="1.0" encoding="utf-8"?><Relationships xmlns="http://schemas.openxmlformats.org/package/2006/relationships"><Relationship Type="http://schemas.openxmlformats.org/officeDocument/2006/relationships/slide" Target="/ppt/slides/slide3.xml" Id="R9d13a4af0f7e4e63" /><Relationship Type="http://schemas.openxmlformats.org/officeDocument/2006/relationships/notesMaster" Target="/ppt/notesMasters/notesMaster1.xml" Id="R20eed1388ab04e66" /></Relationships>
</file>

<file path=ppt/notesSlides/_rels/notesSlide4.xml.rels>&#65279;<?xml version="1.0" encoding="utf-8"?><Relationships xmlns="http://schemas.openxmlformats.org/package/2006/relationships"><Relationship Type="http://schemas.openxmlformats.org/officeDocument/2006/relationships/slide" Target="/ppt/slides/slide4.xml" Id="R896ede83c2e945ac" /><Relationship Type="http://schemas.openxmlformats.org/officeDocument/2006/relationships/notesMaster" Target="/ppt/notesMasters/notesMaster1.xml" Id="R9ea43c90ad2f4d03" /></Relationships>
</file>

<file path=ppt/notesSlides/_rels/notesSlide5.xml.rels>&#65279;<?xml version="1.0" encoding="utf-8"?><Relationships xmlns="http://schemas.openxmlformats.org/package/2006/relationships"><Relationship Type="http://schemas.openxmlformats.org/officeDocument/2006/relationships/slide" Target="/ppt/slides/slide5.xml" Id="R6f863bcb15c44557" /><Relationship Type="http://schemas.openxmlformats.org/officeDocument/2006/relationships/notesMaster" Target="/ppt/notesMasters/notesMaster1.xml" Id="R4662633200314dad" /></Relationships>
</file>

<file path=ppt/notesSlides/_rels/notesSlide6.xml.rels>&#65279;<?xml version="1.0" encoding="utf-8"?><Relationships xmlns="http://schemas.openxmlformats.org/package/2006/relationships"><Relationship Type="http://schemas.openxmlformats.org/officeDocument/2006/relationships/slide" Target="/ppt/slides/slide6.xml" Id="R2be59f92b675438b" /><Relationship Type="http://schemas.openxmlformats.org/officeDocument/2006/relationships/notesMaster" Target="/ppt/notesMasters/notesMaster1.xml" Id="R5ece40efeb664ca7" /></Relationships>
</file>

<file path=ppt/notesSlides/_rels/notesSlide7.xml.rels>&#65279;<?xml version="1.0" encoding="utf-8"?><Relationships xmlns="http://schemas.openxmlformats.org/package/2006/relationships"><Relationship Type="http://schemas.openxmlformats.org/officeDocument/2006/relationships/slide" Target="/ppt/slides/slide7.xml" Id="Reb30a653c4e741f4" /><Relationship Type="http://schemas.openxmlformats.org/officeDocument/2006/relationships/notesMaster" Target="/ppt/notesMasters/notesMaster1.xml" Id="Rdca232be208a4cea" /></Relationships>
</file>

<file path=ppt/notesSlides/_rels/notesSlide8.xml.rels>&#65279;<?xml version="1.0" encoding="utf-8"?><Relationships xmlns="http://schemas.openxmlformats.org/package/2006/relationships"><Relationship Type="http://schemas.openxmlformats.org/officeDocument/2006/relationships/slide" Target="/ppt/slides/slide8.xml" Id="R53a1a69b89054873" /><Relationship Type="http://schemas.openxmlformats.org/officeDocument/2006/relationships/notesMaster" Target="/ppt/notesMasters/notesMaster1.xml" Id="R1967f8dd55874cd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Event photograph supplied by the user (Odyssey_26 Team Image.jpg). BOT Consulting Brand Guideline (supplied). Event details supplied by the user.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Event statistics supplied by the user. Narrative synthesis based on PS’26 Sessions.pdf (supplied), pp. 1–20.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PS’26 Sessions.pdf (supplied), pp. 1–8. Event photograph supplied by the user (I91A8509.jpg). The session summaries are editorial syntheses, not verbatim reproductions.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PS’26 Sessions.pdf (supplied), pp. 11–16. The operating question is an editorial synthesis of the supplied session notes.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PS’26 Sessions.pdf (supplied), pp. 5–6, 17–20. The C-Brows reference is intentionally non-sensitive and uses only the broad leadership theme from the supplied notes.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Event photographs supplied by the user: DJI_20261023174823_0019_D.jpg, I91A8715.jpg and DSC05517.JPG. Event statistic supplied by the user.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Editorial synthesis based on PS’26 Sessions.pdf (supplied), pp. 1–20, and event discussions summarized in the supplied report brief.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Event photograph supplied by the user (AJAY3447.JPG). Event details supplied by the user. BOT Consulting Brand Guideline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2dc813ddf4b43b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6f75116045740f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720d591e18f4fc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8c4202e3591402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bd464546b9246e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0ea59e20fbb472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D62AF55-F27E-4FC7-99CE-E9CAC72ED85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BB90E73-7379-4AAF-8ABC-5AA54880EBE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2803CAC-67D5-44A2-9814-B2EFE0E99F3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ADDFF25-B012-4295-94F7-468E66A2618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787A9A9-E435-4E88-BC65-BFB947D9289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4C8A70C-3F4C-4841-9C43-D63633E1595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95F0C48-200F-40B9-8AE1-381E3EA7414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31E4BED-A5F2-4665-9C4F-FB9791ADA75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70CBB9D-DDB0-43A2-9356-918C85CC891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344F907-F63B-42FF-8EAC-258AC93C2BC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7279eafb736417d" /><Relationship Type="http://schemas.openxmlformats.org/officeDocument/2006/relationships/slideLayout" Target="/ppt/slideLayouts/slideLayout1.xml" Id="Ra1ba6ca5fc6b4cf6" /><Relationship Type="http://schemas.openxmlformats.org/officeDocument/2006/relationships/slideLayout" Target="/ppt/slideLayouts/slideLayout2.xml" Id="R3d4dd120934f4a4b" /><Relationship Type="http://schemas.openxmlformats.org/officeDocument/2006/relationships/slideLayout" Target="/ppt/slideLayouts/slideLayout3.xml" Id="Ra9f6b723969d4d40" /><Relationship Type="http://schemas.openxmlformats.org/officeDocument/2006/relationships/slideLayout" Target="/ppt/slideLayouts/slideLayout4.xml" Id="R45e945116cee4e07" /><Relationship Type="http://schemas.openxmlformats.org/officeDocument/2006/relationships/slideLayout" Target="/ppt/slideLayouts/slideLayout5.xml" Id="R424062d02b3a4a82" /><Relationship Type="http://schemas.openxmlformats.org/officeDocument/2006/relationships/slideLayout" Target="/ppt/slideLayouts/slideLayout6.xml" Id="Rfbe4377d75344b9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1ba6ca5fc6b4cf6"/>
    <p:sldLayoutId xmlns:r="http://schemas.openxmlformats.org/officeDocument/2006/relationships" id="2147483650" r:id="R3d4dd120934f4a4b"/>
    <p:sldLayoutId xmlns:r="http://schemas.openxmlformats.org/officeDocument/2006/relationships" id="2147483651" r:id="Ra9f6b723969d4d40"/>
    <p:sldLayoutId xmlns:r="http://schemas.openxmlformats.org/officeDocument/2006/relationships" id="2147483652" r:id="R45e945116cee4e07"/>
    <p:sldLayoutId xmlns:r="http://schemas.openxmlformats.org/officeDocument/2006/relationships" id="2147483653" r:id="R424062d02b3a4a82"/>
    <p:sldLayoutId xmlns:r="http://schemas.openxmlformats.org/officeDocument/2006/relationships" id="2147483654" r:id="Rfbe4377d75344b9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ce6e08437834e1a" /><Relationship Type="http://schemas.openxmlformats.org/officeDocument/2006/relationships/image" Target="/ppt/media/image.jpeg" Id="Reaf8b8c12ec84ccd" /><Relationship Type="http://schemas.openxmlformats.org/officeDocument/2006/relationships/notesSlide" Target="/ppt/notesSlides/notesSlide1.xml" Id="Rca8890459c4045d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b429c8d227243be" /><Relationship Type="http://schemas.openxmlformats.org/officeDocument/2006/relationships/notesSlide" Target="/ppt/notesSlides/notesSlide2.xml" Id="R622707588a0f4b9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c74ac5212ed4ab4" /><Relationship Type="http://schemas.openxmlformats.org/officeDocument/2006/relationships/image" Target="/ppt/media/image2.jpeg" Id="Ra0a2699eb5eb40ff" /><Relationship Type="http://schemas.openxmlformats.org/officeDocument/2006/relationships/notesSlide" Target="/ppt/notesSlides/notesSlide3.xml" Id="R20016443730a46c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97383a277c74e2e" /><Relationship Type="http://schemas.openxmlformats.org/officeDocument/2006/relationships/notesSlide" Target="/ppt/notesSlides/notesSlide4.xml" Id="Reebc9e8d9a2c4f3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74085a898484dc7" /><Relationship Type="http://schemas.openxmlformats.org/officeDocument/2006/relationships/notesSlide" Target="/ppt/notesSlides/notesSlide5.xml" Id="R47c5b0564a3e41c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1b97e0c46ad41fb" /><Relationship Type="http://schemas.openxmlformats.org/officeDocument/2006/relationships/image" Target="/ppt/media/image3.jpeg" Id="R22d74f1908c84274" /><Relationship Type="http://schemas.openxmlformats.org/officeDocument/2006/relationships/image" Target="/ppt/media/image4.jpeg" Id="R6d3280a20efd40ca" /><Relationship Type="http://schemas.openxmlformats.org/officeDocument/2006/relationships/image" Target="/ppt/media/image5.jpeg" Id="Rcad743db151a4a4d" /><Relationship Type="http://schemas.openxmlformats.org/officeDocument/2006/relationships/notesSlide" Target="/ppt/notesSlides/notesSlide6.xml" Id="R2427c0eae4c54ea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c71f690351d41e0" /><Relationship Type="http://schemas.openxmlformats.org/officeDocument/2006/relationships/notesSlide" Target="/ppt/notesSlides/notesSlide7.xml" Id="R53801d3f21b8437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1c7c414424041de" /><Relationship Type="http://schemas.openxmlformats.org/officeDocument/2006/relationships/image" Target="/ppt/media/image6.jpeg" Id="R26218d90081b4a7f" /><Relationship Type="http://schemas.openxmlformats.org/officeDocument/2006/relationships/notesSlide" Target="/ppt/notesSlides/notesSlide8.xml" Id="Rdc80ee7d019544ea" /></Relationships>
</file>

<file path=ppt/slides/slide1.xml><?xml version="1.0" encoding="utf-8"?>
<p:sld xmlns:p="http://schemas.openxmlformats.org/presentationml/2006/main">
  <p:cSld>
    <p:bg>
      <p:bgPr>
        <a:solidFill xmlns:a="http://schemas.openxmlformats.org/drawingml/2006/main">
          <a:srgbClr val="215052"/>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E3A37015-1FA4-4AEE-93D8-976CD6075AFA}"/>
              </a:ext>
            </a:extLst>
          </p:cNvPr>
          <p:cNvPicPr>
            <a:picLocks xmlns:a="http://schemas.openxmlformats.org/drawingml/2006/main" noChangeAspect="1"/>
          </p:cNvPicPr>
          <p:nvPr/>
        </p:nvPicPr>
        <p:blipFill>
          <a:blip xmlns:r="http://schemas.openxmlformats.org/officeDocument/2006/relationships" xmlns:a="http://schemas.openxmlformats.org/drawingml/2006/main" r:embed="Reaf8b8c12ec84ccd"/>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dark photo overlay">
            <a:extLst xmlns:a="http://schemas.openxmlformats.org/drawingml/2006/main">
              <a:ext uri="{FF2B5EF4-FFF2-40B4-BE49-F238E27FC236}">
                <a16:creationId xmlns:a16="http://schemas.microsoft.com/office/drawing/2014/main" id="{9293CEB7-A6E1-4793-8AAD-CF2235A40BF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B383B">
              <a:alpha val="86000"/>
            </a:srgbClr>
          </a:solidFill>
          <a:ln xmlns:a="http://schemas.openxmlformats.org/drawingml/2006/main" w="0">
            <a:noFill/>
            <a:prstDash val="solid"/>
          </a:ln>
        </p:spPr>
      </p:sp>
      <p:sp>
        <p:nvSpPr>
          <p:cNvPr id="3" name="BOT Consulting wordmark">
            <a:extLst xmlns:a="http://schemas.openxmlformats.org/drawingml/2006/main">
              <a:ext uri="{FF2B5EF4-FFF2-40B4-BE49-F238E27FC236}">
                <a16:creationId xmlns:a16="http://schemas.microsoft.com/office/drawing/2014/main" id="{8AC6029C-62AE-4A74-9D05-096E6CEE369E}"/>
              </a:ext>
            </a:extLst>
          </p:cNvPr>
          <p:cNvSpPr>
            <a:spLocks xmlns:a="http://schemas.openxmlformats.org/drawingml/2006/main" noGrp="1"/>
          </p:cNvSpPr>
          <p:nvPr/>
        </p:nvSpPr>
        <p:spPr>
          <a:xfrm xmlns:a="http://schemas.openxmlformats.org/drawingml/2006/main">
            <a:off x="723900" y="400050"/>
            <a:ext cx="2238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1">
                <a:solidFill>
                  <a:srgbClr val="FFFFFF"/>
                </a:solidFill>
                <a:latin typeface="Plus Jakarta Sans"/>
                <a:ea typeface="Plus Jakarta Sans"/>
                <a:cs typeface="Plus Jakarta Sans"/>
              </a:defRPr>
            </a:defPPr>
            <a:lvl1pPr>
              <a:defRPr sz="1125" b="1">
                <a:solidFill>
                  <a:srgbClr val="FFFFFF"/>
                </a:solidFill>
                <a:latin typeface="Plus Jakarta Sans"/>
                <a:ea typeface="Plus Jakarta Sans"/>
                <a:cs typeface="Plus Jakarta Sans"/>
              </a:defRPr>
            </a:lvl1pPr>
            <a:lvl2pPr>
              <a:defRPr sz="1125" b="1">
                <a:solidFill>
                  <a:srgbClr val="FFFFFF"/>
                </a:solidFill>
                <a:latin typeface="Plus Jakarta Sans"/>
                <a:ea typeface="Plus Jakarta Sans"/>
                <a:cs typeface="Plus Jakarta Sans"/>
              </a:defRPr>
            </a:lvl2pPr>
            <a:lvl3pPr>
              <a:defRPr sz="1125" b="1">
                <a:solidFill>
                  <a:srgbClr val="FFFFFF"/>
                </a:solidFill>
                <a:latin typeface="Plus Jakarta Sans"/>
                <a:ea typeface="Plus Jakarta Sans"/>
                <a:cs typeface="Plus Jakarta Sans"/>
              </a:defRPr>
            </a:lvl3pPr>
            <a:lvl4pPr>
              <a:defRPr sz="1125" b="1">
                <a:solidFill>
                  <a:srgbClr val="FFFFFF"/>
                </a:solidFill>
                <a:latin typeface="Plus Jakarta Sans"/>
                <a:ea typeface="Plus Jakarta Sans"/>
                <a:cs typeface="Plus Jakarta Sans"/>
              </a:defRPr>
            </a:lvl4pPr>
            <a:lvl5pPr>
              <a:defRPr sz="1125" b="1">
                <a:solidFill>
                  <a:srgbClr val="FFFFFF"/>
                </a:solidFill>
                <a:latin typeface="Plus Jakarta Sans"/>
                <a:ea typeface="Plus Jakarta Sans"/>
                <a:cs typeface="Plus Jakarta Sans"/>
              </a:defRPr>
            </a:lvl5pPr>
            <a:lvl6pPr>
              <a:defRPr sz="1125" b="1">
                <a:solidFill>
                  <a:srgbClr val="FFFFFF"/>
                </a:solidFill>
                <a:latin typeface="Plus Jakarta Sans"/>
                <a:ea typeface="Plus Jakarta Sans"/>
                <a:cs typeface="Plus Jakarta Sans"/>
              </a:defRPr>
            </a:lvl6pPr>
            <a:lvl7pPr>
              <a:defRPr sz="1125" b="1">
                <a:solidFill>
                  <a:srgbClr val="FFFFFF"/>
                </a:solidFill>
                <a:latin typeface="Plus Jakarta Sans"/>
                <a:ea typeface="Plus Jakarta Sans"/>
                <a:cs typeface="Plus Jakarta Sans"/>
              </a:defRPr>
            </a:lvl7pPr>
            <a:lvl8pPr>
              <a:defRPr sz="1125" b="1">
                <a:solidFill>
                  <a:srgbClr val="FFFFFF"/>
                </a:solidFill>
                <a:latin typeface="Plus Jakarta Sans"/>
                <a:ea typeface="Plus Jakarta Sans"/>
                <a:cs typeface="Plus Jakarta Sans"/>
              </a:defRPr>
            </a:lvl8pPr>
            <a:lvl9pPr>
              <a:defRPr sz="1125" b="1">
                <a:solidFill>
                  <a:srgbClr val="FFFFFF"/>
                </a:solidFill>
                <a:latin typeface="Plus Jakarta Sans"/>
                <a:ea typeface="Plus Jakarta Sans"/>
                <a:cs typeface="Plus Jakarta Sans"/>
              </a:defRPr>
            </a:lvl9pPr>
          </a:lstStyle>
          <a:p xmlns:a="http://schemas.openxmlformats.org/drawingml/2006/main">
            <a:pPr>
              <a:defRPr sz="1125" b="1">
                <a:solidFill>
                  <a:srgbClr val="FFFFFF"/>
                </a:solidFill>
                <a:latin typeface="Plus Jakarta Sans"/>
                <a:ea typeface="Plus Jakarta Sans"/>
                <a:cs typeface="Plus Jakarta Sans"/>
              </a:defRPr>
            </a:pPr>
            <a:r>
              <a:rPr sz="1125" b="1">
                <a:solidFill>
                  <a:srgbClr val="FFFFFF"/>
                </a:solidFill>
                <a:latin typeface="Plus Jakarta Sans"/>
                <a:ea typeface="Plus Jakarta Sans"/>
                <a:cs typeface="Plus Jakarta Sans"/>
              </a:rPr>
              <a:t>BOT CONSULTING</a:t>
            </a:r>
          </a:p>
        </p:txBody>
      </p:sp>
      <p:sp>
        <p:nvSpPr>
          <p:cNvPr id="4" name="BOT accent">
            <a:extLst xmlns:a="http://schemas.openxmlformats.org/drawingml/2006/main">
              <a:ext uri="{FF2B5EF4-FFF2-40B4-BE49-F238E27FC236}">
                <a16:creationId xmlns:a16="http://schemas.microsoft.com/office/drawing/2014/main" id="{40FE9A88-39FB-4E3F-AEB6-34C077A6AE69}"/>
              </a:ext>
            </a:extLst>
          </p:cNvPr>
          <p:cNvSpPr>
            <a:spLocks xmlns:a="http://schemas.openxmlformats.org/drawingml/2006/main" noGrp="1"/>
          </p:cNvSpPr>
          <p:nvPr/>
        </p:nvSpPr>
        <p:spPr>
          <a:xfrm xmlns:a="http://schemas.openxmlformats.org/drawingml/2006/main">
            <a:off x="514350" y="457200"/>
            <a:ext cx="95250" cy="95250"/>
          </a:xfrm>
          <a:prstGeom xmlns:a="http://schemas.openxmlformats.org/drawingml/2006/main" prst="ellipse">
            <a:avLst/>
          </a:prstGeom>
          <a:solidFill xmlns:a="http://schemas.openxmlformats.org/drawingml/2006/main">
            <a:srgbClr val="3EC3D6"/>
          </a:solidFill>
          <a:ln xmlns:a="http://schemas.openxmlformats.org/drawingml/2006/main" w="0">
            <a:noFill/>
            <a:prstDash val="solid"/>
          </a:ln>
        </p:spPr>
      </p:sp>
      <p:sp>
        <p:nvSpPr>
          <p:cNvPr id="5" name="cover accent line">
            <a:extLst xmlns:a="http://schemas.openxmlformats.org/drawingml/2006/main">
              <a:ext uri="{FF2B5EF4-FFF2-40B4-BE49-F238E27FC236}">
                <a16:creationId xmlns:a16="http://schemas.microsoft.com/office/drawing/2014/main" id="{E52E0ACD-254A-4250-8A40-6126E5EB6844}"/>
              </a:ext>
            </a:extLst>
          </p:cNvPr>
          <p:cNvSpPr>
            <a:spLocks xmlns:a="http://schemas.openxmlformats.org/drawingml/2006/main" noGrp="1"/>
          </p:cNvSpPr>
          <p:nvPr/>
        </p:nvSpPr>
        <p:spPr>
          <a:xfrm xmlns:a="http://schemas.openxmlformats.org/drawingml/2006/main">
            <a:off x="723900" y="1143000"/>
            <a:ext cx="514350" cy="28575"/>
          </a:xfrm>
          <a:prstGeom xmlns:a="http://schemas.openxmlformats.org/drawingml/2006/main" prst="rect">
            <a:avLst/>
          </a:prstGeom>
          <a:solidFill xmlns:a="http://schemas.openxmlformats.org/drawingml/2006/main">
            <a:srgbClr val="3EC3D6"/>
          </a:solidFill>
          <a:ln xmlns:a="http://schemas.openxmlformats.org/drawingml/2006/main" w="0">
            <a:noFill/>
            <a:prstDash val="solid"/>
          </a:ln>
        </p:spPr>
      </p:sp>
      <p:sp>
        <p:nvSpPr>
          <p:cNvPr id="6" name="label Post-event executive report">
            <a:extLst xmlns:a="http://schemas.openxmlformats.org/drawingml/2006/main">
              <a:ext uri="{FF2B5EF4-FFF2-40B4-BE49-F238E27FC236}">
                <a16:creationId xmlns:a16="http://schemas.microsoft.com/office/drawing/2014/main" id="{264F90EA-93CF-4EE7-94E3-A2128E45FCB3}"/>
              </a:ext>
            </a:extLst>
          </p:cNvPr>
          <p:cNvSpPr>
            <a:spLocks xmlns:a="http://schemas.openxmlformats.org/drawingml/2006/main" noGrp="1"/>
          </p:cNvSpPr>
          <p:nvPr/>
        </p:nvSpPr>
        <p:spPr>
          <a:xfrm xmlns:a="http://schemas.openxmlformats.org/drawingml/2006/main">
            <a:off x="723900" y="1371600"/>
            <a:ext cx="3143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b="1">
                <a:solidFill>
                  <a:srgbClr val="3EC3D6"/>
                </a:solidFill>
                <a:latin typeface="Plus Jakarta Sans"/>
                <a:ea typeface="Plus Jakarta Sans"/>
                <a:cs typeface="Plus Jakarta Sans"/>
              </a:defRPr>
            </a:defPPr>
            <a:lvl1pPr>
              <a:defRPr sz="900" b="1">
                <a:solidFill>
                  <a:srgbClr val="3EC3D6"/>
                </a:solidFill>
                <a:latin typeface="Plus Jakarta Sans"/>
                <a:ea typeface="Plus Jakarta Sans"/>
                <a:cs typeface="Plus Jakarta Sans"/>
              </a:defRPr>
            </a:lvl1pPr>
            <a:lvl2pPr>
              <a:defRPr sz="900" b="1">
                <a:solidFill>
                  <a:srgbClr val="3EC3D6"/>
                </a:solidFill>
                <a:latin typeface="Plus Jakarta Sans"/>
                <a:ea typeface="Plus Jakarta Sans"/>
                <a:cs typeface="Plus Jakarta Sans"/>
              </a:defRPr>
            </a:lvl2pPr>
            <a:lvl3pPr>
              <a:defRPr sz="900" b="1">
                <a:solidFill>
                  <a:srgbClr val="3EC3D6"/>
                </a:solidFill>
                <a:latin typeface="Plus Jakarta Sans"/>
                <a:ea typeface="Plus Jakarta Sans"/>
                <a:cs typeface="Plus Jakarta Sans"/>
              </a:defRPr>
            </a:lvl3pPr>
            <a:lvl4pPr>
              <a:defRPr sz="900" b="1">
                <a:solidFill>
                  <a:srgbClr val="3EC3D6"/>
                </a:solidFill>
                <a:latin typeface="Plus Jakarta Sans"/>
                <a:ea typeface="Plus Jakarta Sans"/>
                <a:cs typeface="Plus Jakarta Sans"/>
              </a:defRPr>
            </a:lvl4pPr>
            <a:lvl5pPr>
              <a:defRPr sz="900" b="1">
                <a:solidFill>
                  <a:srgbClr val="3EC3D6"/>
                </a:solidFill>
                <a:latin typeface="Plus Jakarta Sans"/>
                <a:ea typeface="Plus Jakarta Sans"/>
                <a:cs typeface="Plus Jakarta Sans"/>
              </a:defRPr>
            </a:lvl5pPr>
            <a:lvl6pPr>
              <a:defRPr sz="900" b="1">
                <a:solidFill>
                  <a:srgbClr val="3EC3D6"/>
                </a:solidFill>
                <a:latin typeface="Plus Jakarta Sans"/>
                <a:ea typeface="Plus Jakarta Sans"/>
                <a:cs typeface="Plus Jakarta Sans"/>
              </a:defRPr>
            </a:lvl6pPr>
            <a:lvl7pPr>
              <a:defRPr sz="900" b="1">
                <a:solidFill>
                  <a:srgbClr val="3EC3D6"/>
                </a:solidFill>
                <a:latin typeface="Plus Jakarta Sans"/>
                <a:ea typeface="Plus Jakarta Sans"/>
                <a:cs typeface="Plus Jakarta Sans"/>
              </a:defRPr>
            </a:lvl7pPr>
            <a:lvl8pPr>
              <a:defRPr sz="900" b="1">
                <a:solidFill>
                  <a:srgbClr val="3EC3D6"/>
                </a:solidFill>
                <a:latin typeface="Plus Jakarta Sans"/>
                <a:ea typeface="Plus Jakarta Sans"/>
                <a:cs typeface="Plus Jakarta Sans"/>
              </a:defRPr>
            </a:lvl8pPr>
            <a:lvl9pPr>
              <a:defRPr sz="900" b="1">
                <a:solidFill>
                  <a:srgbClr val="3EC3D6"/>
                </a:solidFill>
                <a:latin typeface="Plus Jakarta Sans"/>
                <a:ea typeface="Plus Jakarta Sans"/>
                <a:cs typeface="Plus Jakarta Sans"/>
              </a:defRPr>
            </a:lvl9pPr>
          </a:lstStyle>
          <a:p xmlns:a="http://schemas.openxmlformats.org/drawingml/2006/main">
            <a:pPr>
              <a:defRPr sz="900" b="1">
                <a:solidFill>
                  <a:srgbClr val="3EC3D6"/>
                </a:solidFill>
                <a:latin typeface="Plus Jakarta Sans"/>
                <a:ea typeface="Plus Jakarta Sans"/>
                <a:cs typeface="Plus Jakarta Sans"/>
              </a:defRPr>
            </a:pPr>
            <a:r>
              <a:rPr sz="900" b="1">
                <a:solidFill>
                  <a:srgbClr val="3EC3D6"/>
                </a:solidFill>
                <a:latin typeface="Plus Jakarta Sans"/>
                <a:ea typeface="Plus Jakarta Sans"/>
                <a:cs typeface="Plus Jakarta Sans"/>
              </a:rPr>
              <a:t>POST-EVENT EXECUTIVE REPORT</a:t>
            </a:r>
          </a:p>
        </p:txBody>
      </p:sp>
      <p:sp>
        <p:nvSpPr>
          <p:cNvPr id="7" name="cover title line one">
            <a:extLst xmlns:a="http://schemas.openxmlformats.org/drawingml/2006/main">
              <a:ext uri="{FF2B5EF4-FFF2-40B4-BE49-F238E27FC236}">
                <a16:creationId xmlns:a16="http://schemas.microsoft.com/office/drawing/2014/main" id="{1D888361-5534-4428-A286-A33DE5576864}"/>
              </a:ext>
            </a:extLst>
          </p:cNvPr>
          <p:cNvSpPr>
            <a:spLocks xmlns:a="http://schemas.openxmlformats.org/drawingml/2006/main" noGrp="1"/>
          </p:cNvSpPr>
          <p:nvPr/>
        </p:nvSpPr>
        <p:spPr>
          <a:xfrm xmlns:a="http://schemas.openxmlformats.org/drawingml/2006/main">
            <a:off x="723900" y="1952625"/>
            <a:ext cx="6477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975" b="1">
                <a:solidFill>
                  <a:srgbClr val="FFFFFF"/>
                </a:solidFill>
                <a:latin typeface="Plus Jakarta Sans"/>
                <a:ea typeface="Plus Jakarta Sans"/>
                <a:cs typeface="Plus Jakarta Sans"/>
              </a:defRPr>
            </a:defPPr>
            <a:lvl1pPr>
              <a:defRPr sz="3975" b="1">
                <a:solidFill>
                  <a:srgbClr val="FFFFFF"/>
                </a:solidFill>
                <a:latin typeface="Plus Jakarta Sans"/>
                <a:ea typeface="Plus Jakarta Sans"/>
                <a:cs typeface="Plus Jakarta Sans"/>
              </a:defRPr>
            </a:lvl1pPr>
            <a:lvl2pPr>
              <a:defRPr sz="3975" b="1">
                <a:solidFill>
                  <a:srgbClr val="FFFFFF"/>
                </a:solidFill>
                <a:latin typeface="Plus Jakarta Sans"/>
                <a:ea typeface="Plus Jakarta Sans"/>
                <a:cs typeface="Plus Jakarta Sans"/>
              </a:defRPr>
            </a:lvl2pPr>
            <a:lvl3pPr>
              <a:defRPr sz="3975" b="1">
                <a:solidFill>
                  <a:srgbClr val="FFFFFF"/>
                </a:solidFill>
                <a:latin typeface="Plus Jakarta Sans"/>
                <a:ea typeface="Plus Jakarta Sans"/>
                <a:cs typeface="Plus Jakarta Sans"/>
              </a:defRPr>
            </a:lvl3pPr>
            <a:lvl4pPr>
              <a:defRPr sz="3975" b="1">
                <a:solidFill>
                  <a:srgbClr val="FFFFFF"/>
                </a:solidFill>
                <a:latin typeface="Plus Jakarta Sans"/>
                <a:ea typeface="Plus Jakarta Sans"/>
                <a:cs typeface="Plus Jakarta Sans"/>
              </a:defRPr>
            </a:lvl4pPr>
            <a:lvl5pPr>
              <a:defRPr sz="3975" b="1">
                <a:solidFill>
                  <a:srgbClr val="FFFFFF"/>
                </a:solidFill>
                <a:latin typeface="Plus Jakarta Sans"/>
                <a:ea typeface="Plus Jakarta Sans"/>
                <a:cs typeface="Plus Jakarta Sans"/>
              </a:defRPr>
            </a:lvl5pPr>
            <a:lvl6pPr>
              <a:defRPr sz="3975" b="1">
                <a:solidFill>
                  <a:srgbClr val="FFFFFF"/>
                </a:solidFill>
                <a:latin typeface="Plus Jakarta Sans"/>
                <a:ea typeface="Plus Jakarta Sans"/>
                <a:cs typeface="Plus Jakarta Sans"/>
              </a:defRPr>
            </a:lvl6pPr>
            <a:lvl7pPr>
              <a:defRPr sz="3975" b="1">
                <a:solidFill>
                  <a:srgbClr val="FFFFFF"/>
                </a:solidFill>
                <a:latin typeface="Plus Jakarta Sans"/>
                <a:ea typeface="Plus Jakarta Sans"/>
                <a:cs typeface="Plus Jakarta Sans"/>
              </a:defRPr>
            </a:lvl7pPr>
            <a:lvl8pPr>
              <a:defRPr sz="3975" b="1">
                <a:solidFill>
                  <a:srgbClr val="FFFFFF"/>
                </a:solidFill>
                <a:latin typeface="Plus Jakarta Sans"/>
                <a:ea typeface="Plus Jakarta Sans"/>
                <a:cs typeface="Plus Jakarta Sans"/>
              </a:defRPr>
            </a:lvl8pPr>
            <a:lvl9pPr>
              <a:defRPr sz="3975" b="1">
                <a:solidFill>
                  <a:srgbClr val="FFFFFF"/>
                </a:solidFill>
                <a:latin typeface="Plus Jakarta Sans"/>
                <a:ea typeface="Plus Jakarta Sans"/>
                <a:cs typeface="Plus Jakarta Sans"/>
              </a:defRPr>
            </a:lvl9pPr>
          </a:lstStyle>
          <a:p xmlns:a="http://schemas.openxmlformats.org/drawingml/2006/main">
            <a:pPr>
              <a:defRPr sz="3975" b="1">
                <a:solidFill>
                  <a:srgbClr val="FFFFFF"/>
                </a:solidFill>
                <a:latin typeface="Plus Jakarta Sans"/>
                <a:ea typeface="Plus Jakarta Sans"/>
                <a:cs typeface="Plus Jakarta Sans"/>
              </a:defRPr>
            </a:pPr>
            <a:r>
              <a:rPr sz="3975" b="1">
                <a:solidFill>
                  <a:srgbClr val="FFFFFF"/>
                </a:solidFill>
                <a:latin typeface="Plus Jakarta Sans"/>
                <a:ea typeface="Plus Jakarta Sans"/>
                <a:cs typeface="Plus Jakarta Sans"/>
              </a:rPr>
              <a:t>Odyssey</a:t>
            </a:r>
          </a:p>
        </p:txBody>
      </p:sp>
      <p:sp>
        <p:nvSpPr>
          <p:cNvPr id="8" name="cover title line two">
            <a:extLst xmlns:a="http://schemas.openxmlformats.org/drawingml/2006/main">
              <a:ext uri="{FF2B5EF4-FFF2-40B4-BE49-F238E27FC236}">
                <a16:creationId xmlns:a16="http://schemas.microsoft.com/office/drawing/2014/main" id="{43505DE3-2A3D-4351-9633-09F6FA448A16}"/>
              </a:ext>
            </a:extLst>
          </p:cNvPr>
          <p:cNvSpPr>
            <a:spLocks xmlns:a="http://schemas.openxmlformats.org/drawingml/2006/main" noGrp="1"/>
          </p:cNvSpPr>
          <p:nvPr/>
        </p:nvSpPr>
        <p:spPr>
          <a:xfrm xmlns:a="http://schemas.openxmlformats.org/drawingml/2006/main">
            <a:off x="723900" y="2581275"/>
            <a:ext cx="8191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975" b="1">
                <a:solidFill>
                  <a:srgbClr val="FFFFFF"/>
                </a:solidFill>
                <a:latin typeface="Plus Jakarta Sans"/>
                <a:ea typeface="Plus Jakarta Sans"/>
                <a:cs typeface="Plus Jakarta Sans"/>
              </a:defRPr>
            </a:defPPr>
            <a:lvl1pPr>
              <a:defRPr sz="3975" b="1">
                <a:solidFill>
                  <a:srgbClr val="FFFFFF"/>
                </a:solidFill>
                <a:latin typeface="Plus Jakarta Sans"/>
                <a:ea typeface="Plus Jakarta Sans"/>
                <a:cs typeface="Plus Jakarta Sans"/>
              </a:defRPr>
            </a:lvl1pPr>
            <a:lvl2pPr>
              <a:defRPr sz="3975" b="1">
                <a:solidFill>
                  <a:srgbClr val="FFFFFF"/>
                </a:solidFill>
                <a:latin typeface="Plus Jakarta Sans"/>
                <a:ea typeface="Plus Jakarta Sans"/>
                <a:cs typeface="Plus Jakarta Sans"/>
              </a:defRPr>
            </a:lvl2pPr>
            <a:lvl3pPr>
              <a:defRPr sz="3975" b="1">
                <a:solidFill>
                  <a:srgbClr val="FFFFFF"/>
                </a:solidFill>
                <a:latin typeface="Plus Jakarta Sans"/>
                <a:ea typeface="Plus Jakarta Sans"/>
                <a:cs typeface="Plus Jakarta Sans"/>
              </a:defRPr>
            </a:lvl3pPr>
            <a:lvl4pPr>
              <a:defRPr sz="3975" b="1">
                <a:solidFill>
                  <a:srgbClr val="FFFFFF"/>
                </a:solidFill>
                <a:latin typeface="Plus Jakarta Sans"/>
                <a:ea typeface="Plus Jakarta Sans"/>
                <a:cs typeface="Plus Jakarta Sans"/>
              </a:defRPr>
            </a:lvl4pPr>
            <a:lvl5pPr>
              <a:defRPr sz="3975" b="1">
                <a:solidFill>
                  <a:srgbClr val="FFFFFF"/>
                </a:solidFill>
                <a:latin typeface="Plus Jakarta Sans"/>
                <a:ea typeface="Plus Jakarta Sans"/>
                <a:cs typeface="Plus Jakarta Sans"/>
              </a:defRPr>
            </a:lvl5pPr>
            <a:lvl6pPr>
              <a:defRPr sz="3975" b="1">
                <a:solidFill>
                  <a:srgbClr val="FFFFFF"/>
                </a:solidFill>
                <a:latin typeface="Plus Jakarta Sans"/>
                <a:ea typeface="Plus Jakarta Sans"/>
                <a:cs typeface="Plus Jakarta Sans"/>
              </a:defRPr>
            </a:lvl6pPr>
            <a:lvl7pPr>
              <a:defRPr sz="3975" b="1">
                <a:solidFill>
                  <a:srgbClr val="FFFFFF"/>
                </a:solidFill>
                <a:latin typeface="Plus Jakarta Sans"/>
                <a:ea typeface="Plus Jakarta Sans"/>
                <a:cs typeface="Plus Jakarta Sans"/>
              </a:defRPr>
            </a:lvl7pPr>
            <a:lvl8pPr>
              <a:defRPr sz="3975" b="1">
                <a:solidFill>
                  <a:srgbClr val="FFFFFF"/>
                </a:solidFill>
                <a:latin typeface="Plus Jakarta Sans"/>
                <a:ea typeface="Plus Jakarta Sans"/>
                <a:cs typeface="Plus Jakarta Sans"/>
              </a:defRPr>
            </a:lvl8pPr>
            <a:lvl9pPr>
              <a:defRPr sz="3975" b="1">
                <a:solidFill>
                  <a:srgbClr val="FFFFFF"/>
                </a:solidFill>
                <a:latin typeface="Plus Jakarta Sans"/>
                <a:ea typeface="Plus Jakarta Sans"/>
                <a:cs typeface="Plus Jakarta Sans"/>
              </a:defRPr>
            </a:lvl9pPr>
          </a:lstStyle>
          <a:p xmlns:a="http://schemas.openxmlformats.org/drawingml/2006/main">
            <a:pPr>
              <a:defRPr sz="3975" b="1">
                <a:solidFill>
                  <a:srgbClr val="FFFFFF"/>
                </a:solidFill>
                <a:latin typeface="Plus Jakarta Sans"/>
                <a:ea typeface="Plus Jakarta Sans"/>
                <a:cs typeface="Plus Jakarta Sans"/>
              </a:defRPr>
            </a:pPr>
            <a:r>
              <a:rPr sz="3975" b="1">
                <a:solidFill>
                  <a:srgbClr val="FFFFFF"/>
                </a:solidFill>
                <a:latin typeface="Plus Jakarta Sans"/>
                <a:ea typeface="Plus Jakarta Sans"/>
                <a:cs typeface="Plus Jakarta Sans"/>
              </a:rPr>
              <a:t>Partner Summit ’26</a:t>
            </a:r>
          </a:p>
        </p:txBody>
      </p:sp>
      <p:sp>
        <p:nvSpPr>
          <p:cNvPr id="9" name="cover date and venue">
            <a:extLst xmlns:a="http://schemas.openxmlformats.org/drawingml/2006/main">
              <a:ext uri="{FF2B5EF4-FFF2-40B4-BE49-F238E27FC236}">
                <a16:creationId xmlns:a16="http://schemas.microsoft.com/office/drawing/2014/main" id="{553DCE9D-3B26-490D-8534-5598B1BD1D30}"/>
              </a:ext>
            </a:extLst>
          </p:cNvPr>
          <p:cNvSpPr>
            <a:spLocks xmlns:a="http://schemas.openxmlformats.org/drawingml/2006/main" noGrp="1"/>
          </p:cNvSpPr>
          <p:nvPr/>
        </p:nvSpPr>
        <p:spPr>
          <a:xfrm xmlns:a="http://schemas.openxmlformats.org/drawingml/2006/main">
            <a:off x="723900" y="3400425"/>
            <a:ext cx="4667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a:solidFill>
                  <a:srgbClr val="D8E9E8"/>
                </a:solidFill>
                <a:latin typeface="Plus Jakarta Sans"/>
                <a:ea typeface="Plus Jakarta Sans"/>
                <a:cs typeface="Plus Jakarta Sans"/>
              </a:defRPr>
            </a:defPPr>
            <a:lvl1pPr>
              <a:defRPr sz="1350">
                <a:solidFill>
                  <a:srgbClr val="D8E9E8"/>
                </a:solidFill>
                <a:latin typeface="Plus Jakarta Sans"/>
                <a:ea typeface="Plus Jakarta Sans"/>
                <a:cs typeface="Plus Jakarta Sans"/>
              </a:defRPr>
            </a:lvl1pPr>
            <a:lvl2pPr>
              <a:defRPr sz="1350">
                <a:solidFill>
                  <a:srgbClr val="D8E9E8"/>
                </a:solidFill>
                <a:latin typeface="Plus Jakarta Sans"/>
                <a:ea typeface="Plus Jakarta Sans"/>
                <a:cs typeface="Plus Jakarta Sans"/>
              </a:defRPr>
            </a:lvl2pPr>
            <a:lvl3pPr>
              <a:defRPr sz="1350">
                <a:solidFill>
                  <a:srgbClr val="D8E9E8"/>
                </a:solidFill>
                <a:latin typeface="Plus Jakarta Sans"/>
                <a:ea typeface="Plus Jakarta Sans"/>
                <a:cs typeface="Plus Jakarta Sans"/>
              </a:defRPr>
            </a:lvl3pPr>
            <a:lvl4pPr>
              <a:defRPr sz="1350">
                <a:solidFill>
                  <a:srgbClr val="D8E9E8"/>
                </a:solidFill>
                <a:latin typeface="Plus Jakarta Sans"/>
                <a:ea typeface="Plus Jakarta Sans"/>
                <a:cs typeface="Plus Jakarta Sans"/>
              </a:defRPr>
            </a:lvl4pPr>
            <a:lvl5pPr>
              <a:defRPr sz="1350">
                <a:solidFill>
                  <a:srgbClr val="D8E9E8"/>
                </a:solidFill>
                <a:latin typeface="Plus Jakarta Sans"/>
                <a:ea typeface="Plus Jakarta Sans"/>
                <a:cs typeface="Plus Jakarta Sans"/>
              </a:defRPr>
            </a:lvl5pPr>
            <a:lvl6pPr>
              <a:defRPr sz="1350">
                <a:solidFill>
                  <a:srgbClr val="D8E9E8"/>
                </a:solidFill>
                <a:latin typeface="Plus Jakarta Sans"/>
                <a:ea typeface="Plus Jakarta Sans"/>
                <a:cs typeface="Plus Jakarta Sans"/>
              </a:defRPr>
            </a:lvl6pPr>
            <a:lvl7pPr>
              <a:defRPr sz="1350">
                <a:solidFill>
                  <a:srgbClr val="D8E9E8"/>
                </a:solidFill>
                <a:latin typeface="Plus Jakarta Sans"/>
                <a:ea typeface="Plus Jakarta Sans"/>
                <a:cs typeface="Plus Jakarta Sans"/>
              </a:defRPr>
            </a:lvl7pPr>
            <a:lvl8pPr>
              <a:defRPr sz="1350">
                <a:solidFill>
                  <a:srgbClr val="D8E9E8"/>
                </a:solidFill>
                <a:latin typeface="Plus Jakarta Sans"/>
                <a:ea typeface="Plus Jakarta Sans"/>
                <a:cs typeface="Plus Jakarta Sans"/>
              </a:defRPr>
            </a:lvl8pPr>
            <a:lvl9pPr>
              <a:defRPr sz="1350">
                <a:solidFill>
                  <a:srgbClr val="D8E9E8"/>
                </a:solidFill>
                <a:latin typeface="Plus Jakarta Sans"/>
                <a:ea typeface="Plus Jakarta Sans"/>
                <a:cs typeface="Plus Jakarta Sans"/>
              </a:defRPr>
            </a:lvl9pPr>
          </a:lstStyle>
          <a:p xmlns:a="http://schemas.openxmlformats.org/drawingml/2006/main">
            <a:pPr>
              <a:defRPr sz="1350">
                <a:solidFill>
                  <a:srgbClr val="D8E9E8"/>
                </a:solidFill>
                <a:latin typeface="Plus Jakarta Sans"/>
                <a:ea typeface="Plus Jakarta Sans"/>
                <a:cs typeface="Plus Jakarta Sans"/>
              </a:defRPr>
            </a:pPr>
            <a:r>
              <a:rPr sz="1350">
                <a:solidFill>
                  <a:srgbClr val="D8E9E8"/>
                </a:solidFill>
                <a:latin typeface="Plus Jakarta Sans"/>
                <a:ea typeface="Plus Jakarta Sans"/>
                <a:cs typeface="Plus Jakarta Sans"/>
              </a:rPr>
              <a:t>23–25 October 2026</a:t>
            </a:r>
          </a:p>
          <a:p xmlns:a="http://schemas.openxmlformats.org/drawingml/2006/main">
            <a:pPr>
              <a:defRPr sz="1350">
                <a:solidFill>
                  <a:srgbClr val="D8E9E8"/>
                </a:solidFill>
                <a:latin typeface="Plus Jakarta Sans"/>
                <a:ea typeface="Plus Jakarta Sans"/>
                <a:cs typeface="Plus Jakarta Sans"/>
              </a:defRPr>
            </a:pPr>
            <a:r>
              <a:rPr sz="1350">
                <a:solidFill>
                  <a:srgbClr val="D8E9E8"/>
                </a:solidFill>
                <a:latin typeface="Plus Jakarta Sans"/>
                <a:ea typeface="Plus Jakarta Sans"/>
                <a:cs typeface="Plus Jakarta Sans"/>
              </a:rPr>
              <a:t>Ananta Spa &amp; Resorts, Jaipur</a:t>
            </a:r>
          </a:p>
        </p:txBody>
      </p:sp>
      <p:sp>
        <p:nvSpPr>
          <p:cNvPr id="10" name="cover statement marker">
            <a:extLst xmlns:a="http://schemas.openxmlformats.org/drawingml/2006/main">
              <a:ext uri="{FF2B5EF4-FFF2-40B4-BE49-F238E27FC236}">
                <a16:creationId xmlns:a16="http://schemas.microsoft.com/office/drawing/2014/main" id="{753C6D19-E951-437D-A54A-AEFFE720B5D9}"/>
              </a:ext>
            </a:extLst>
          </p:cNvPr>
          <p:cNvSpPr>
            <a:spLocks xmlns:a="http://schemas.openxmlformats.org/drawingml/2006/main" noGrp="1"/>
          </p:cNvSpPr>
          <p:nvPr/>
        </p:nvSpPr>
        <p:spPr>
          <a:xfrm xmlns:a="http://schemas.openxmlformats.org/drawingml/2006/main">
            <a:off x="723900" y="5600700"/>
            <a:ext cx="95250" cy="95250"/>
          </a:xfrm>
          <a:prstGeom xmlns:a="http://schemas.openxmlformats.org/drawingml/2006/main" prst="ellipse">
            <a:avLst/>
          </a:prstGeom>
          <a:solidFill xmlns:a="http://schemas.openxmlformats.org/drawingml/2006/main">
            <a:srgbClr val="F15D2B"/>
          </a:solidFill>
          <a:ln xmlns:a="http://schemas.openxmlformats.org/drawingml/2006/main" w="0">
            <a:noFill/>
            <a:prstDash val="solid"/>
          </a:ln>
        </p:spPr>
      </p:sp>
      <p:sp>
        <p:nvSpPr>
          <p:cNvPr id="11" name="cover statement">
            <a:extLst xmlns:a="http://schemas.openxmlformats.org/drawingml/2006/main">
              <a:ext uri="{FF2B5EF4-FFF2-40B4-BE49-F238E27FC236}">
                <a16:creationId xmlns:a16="http://schemas.microsoft.com/office/drawing/2014/main" id="{B90D2EDE-79F1-41B7-B3F4-5232F74752A3}"/>
              </a:ext>
            </a:extLst>
          </p:cNvPr>
          <p:cNvSpPr>
            <a:spLocks xmlns:a="http://schemas.openxmlformats.org/drawingml/2006/main" noGrp="1"/>
          </p:cNvSpPr>
          <p:nvPr/>
        </p:nvSpPr>
        <p:spPr>
          <a:xfrm xmlns:a="http://schemas.openxmlformats.org/drawingml/2006/main">
            <a:off x="933450" y="5553075"/>
            <a:ext cx="55721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b="1">
                <a:solidFill>
                  <a:srgbClr val="FFFFFF"/>
                </a:solidFill>
                <a:latin typeface="Plus Jakarta Sans"/>
                <a:ea typeface="Plus Jakarta Sans"/>
                <a:cs typeface="Plus Jakarta Sans"/>
              </a:defRPr>
            </a:defPPr>
            <a:lvl1pPr>
              <a:defRPr sz="900" b="1">
                <a:solidFill>
                  <a:srgbClr val="FFFFFF"/>
                </a:solidFill>
                <a:latin typeface="Plus Jakarta Sans"/>
                <a:ea typeface="Plus Jakarta Sans"/>
                <a:cs typeface="Plus Jakarta Sans"/>
              </a:defRPr>
            </a:lvl1pPr>
            <a:lvl2pPr>
              <a:defRPr sz="900" b="1">
                <a:solidFill>
                  <a:srgbClr val="FFFFFF"/>
                </a:solidFill>
                <a:latin typeface="Plus Jakarta Sans"/>
                <a:ea typeface="Plus Jakarta Sans"/>
                <a:cs typeface="Plus Jakarta Sans"/>
              </a:defRPr>
            </a:lvl2pPr>
            <a:lvl3pPr>
              <a:defRPr sz="900" b="1">
                <a:solidFill>
                  <a:srgbClr val="FFFFFF"/>
                </a:solidFill>
                <a:latin typeface="Plus Jakarta Sans"/>
                <a:ea typeface="Plus Jakarta Sans"/>
                <a:cs typeface="Plus Jakarta Sans"/>
              </a:defRPr>
            </a:lvl3pPr>
            <a:lvl4pPr>
              <a:defRPr sz="900" b="1">
                <a:solidFill>
                  <a:srgbClr val="FFFFFF"/>
                </a:solidFill>
                <a:latin typeface="Plus Jakarta Sans"/>
                <a:ea typeface="Plus Jakarta Sans"/>
                <a:cs typeface="Plus Jakarta Sans"/>
              </a:defRPr>
            </a:lvl4pPr>
            <a:lvl5pPr>
              <a:defRPr sz="900" b="1">
                <a:solidFill>
                  <a:srgbClr val="FFFFFF"/>
                </a:solidFill>
                <a:latin typeface="Plus Jakarta Sans"/>
                <a:ea typeface="Plus Jakarta Sans"/>
                <a:cs typeface="Plus Jakarta Sans"/>
              </a:defRPr>
            </a:lvl5pPr>
            <a:lvl6pPr>
              <a:defRPr sz="900" b="1">
                <a:solidFill>
                  <a:srgbClr val="FFFFFF"/>
                </a:solidFill>
                <a:latin typeface="Plus Jakarta Sans"/>
                <a:ea typeface="Plus Jakarta Sans"/>
                <a:cs typeface="Plus Jakarta Sans"/>
              </a:defRPr>
            </a:lvl6pPr>
            <a:lvl7pPr>
              <a:defRPr sz="900" b="1">
                <a:solidFill>
                  <a:srgbClr val="FFFFFF"/>
                </a:solidFill>
                <a:latin typeface="Plus Jakarta Sans"/>
                <a:ea typeface="Plus Jakarta Sans"/>
                <a:cs typeface="Plus Jakarta Sans"/>
              </a:defRPr>
            </a:lvl7pPr>
            <a:lvl8pPr>
              <a:defRPr sz="900" b="1">
                <a:solidFill>
                  <a:srgbClr val="FFFFFF"/>
                </a:solidFill>
                <a:latin typeface="Plus Jakarta Sans"/>
                <a:ea typeface="Plus Jakarta Sans"/>
                <a:cs typeface="Plus Jakarta Sans"/>
              </a:defRPr>
            </a:lvl8pPr>
            <a:lvl9pPr>
              <a:defRPr sz="900" b="1">
                <a:solidFill>
                  <a:srgbClr val="FFFFFF"/>
                </a:solidFill>
                <a:latin typeface="Plus Jakarta Sans"/>
                <a:ea typeface="Plus Jakarta Sans"/>
                <a:cs typeface="Plus Jakarta Sans"/>
              </a:defRPr>
            </a:lvl9pPr>
          </a:lstStyle>
          <a:p xmlns:a="http://schemas.openxmlformats.org/drawingml/2006/main">
            <a:pPr>
              <a:defRPr sz="900" b="1">
                <a:solidFill>
                  <a:srgbClr val="FFFFFF"/>
                </a:solidFill>
                <a:latin typeface="Plus Jakarta Sans"/>
                <a:ea typeface="Plus Jakarta Sans"/>
                <a:cs typeface="Plus Jakarta Sans"/>
              </a:defRPr>
            </a:pPr>
            <a:r>
              <a:rPr sz="900" b="1">
                <a:solidFill>
                  <a:srgbClr val="FFFFFF"/>
                </a:solidFill>
                <a:latin typeface="Plus Jakarta Sans"/>
                <a:ea typeface="Plus Jakarta Sans"/>
                <a:cs typeface="Plus Jakarta Sans"/>
              </a:rPr>
              <a:t>THE IDEAS TRAVELLED. THE PEOPLE MADE IT MATTER.</a:t>
            </a:r>
          </a:p>
        </p:txBody>
      </p:sp>
    </p:spTree>
    <p:extLst>
      <p:ext uri="{BB962C8B-B14F-4D97-AF65-F5344CB8AC3E}">
        <p14:creationId xmlns:p14="http://schemas.microsoft.com/office/powerpoint/2010/main" val="15434257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BOT Consulting wordmark">
            <a:extLst xmlns:a="http://schemas.openxmlformats.org/drawingml/2006/main">
              <a:ext uri="{FF2B5EF4-FFF2-40B4-BE49-F238E27FC236}">
                <a16:creationId xmlns:a16="http://schemas.microsoft.com/office/drawing/2014/main" id="{D360E70B-8F27-462E-AA2A-0E667ACB5565}"/>
              </a:ext>
            </a:extLst>
          </p:cNvPr>
          <p:cNvSpPr>
            <a:spLocks xmlns:a="http://schemas.openxmlformats.org/drawingml/2006/main" noGrp="1"/>
          </p:cNvSpPr>
          <p:nvPr/>
        </p:nvSpPr>
        <p:spPr>
          <a:xfrm xmlns:a="http://schemas.openxmlformats.org/drawingml/2006/main">
            <a:off x="723900" y="400050"/>
            <a:ext cx="2238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1">
                <a:solidFill>
                  <a:srgbClr val="215052"/>
                </a:solidFill>
                <a:latin typeface="Plus Jakarta Sans"/>
                <a:ea typeface="Plus Jakarta Sans"/>
                <a:cs typeface="Plus Jakarta Sans"/>
              </a:defRPr>
            </a:defPPr>
            <a:lvl1pPr>
              <a:defRPr sz="1125" b="1">
                <a:solidFill>
                  <a:srgbClr val="215052"/>
                </a:solidFill>
                <a:latin typeface="Plus Jakarta Sans"/>
                <a:ea typeface="Plus Jakarta Sans"/>
                <a:cs typeface="Plus Jakarta Sans"/>
              </a:defRPr>
            </a:lvl1pPr>
            <a:lvl2pPr>
              <a:defRPr sz="1125" b="1">
                <a:solidFill>
                  <a:srgbClr val="215052"/>
                </a:solidFill>
                <a:latin typeface="Plus Jakarta Sans"/>
                <a:ea typeface="Plus Jakarta Sans"/>
                <a:cs typeface="Plus Jakarta Sans"/>
              </a:defRPr>
            </a:lvl2pPr>
            <a:lvl3pPr>
              <a:defRPr sz="1125" b="1">
                <a:solidFill>
                  <a:srgbClr val="215052"/>
                </a:solidFill>
                <a:latin typeface="Plus Jakarta Sans"/>
                <a:ea typeface="Plus Jakarta Sans"/>
                <a:cs typeface="Plus Jakarta Sans"/>
              </a:defRPr>
            </a:lvl3pPr>
            <a:lvl4pPr>
              <a:defRPr sz="1125" b="1">
                <a:solidFill>
                  <a:srgbClr val="215052"/>
                </a:solidFill>
                <a:latin typeface="Plus Jakarta Sans"/>
                <a:ea typeface="Plus Jakarta Sans"/>
                <a:cs typeface="Plus Jakarta Sans"/>
              </a:defRPr>
            </a:lvl4pPr>
            <a:lvl5pPr>
              <a:defRPr sz="1125" b="1">
                <a:solidFill>
                  <a:srgbClr val="215052"/>
                </a:solidFill>
                <a:latin typeface="Plus Jakarta Sans"/>
                <a:ea typeface="Plus Jakarta Sans"/>
                <a:cs typeface="Plus Jakarta Sans"/>
              </a:defRPr>
            </a:lvl5pPr>
            <a:lvl6pPr>
              <a:defRPr sz="1125" b="1">
                <a:solidFill>
                  <a:srgbClr val="215052"/>
                </a:solidFill>
                <a:latin typeface="Plus Jakarta Sans"/>
                <a:ea typeface="Plus Jakarta Sans"/>
                <a:cs typeface="Plus Jakarta Sans"/>
              </a:defRPr>
            </a:lvl6pPr>
            <a:lvl7pPr>
              <a:defRPr sz="1125" b="1">
                <a:solidFill>
                  <a:srgbClr val="215052"/>
                </a:solidFill>
                <a:latin typeface="Plus Jakarta Sans"/>
                <a:ea typeface="Plus Jakarta Sans"/>
                <a:cs typeface="Plus Jakarta Sans"/>
              </a:defRPr>
            </a:lvl7pPr>
            <a:lvl8pPr>
              <a:defRPr sz="1125" b="1">
                <a:solidFill>
                  <a:srgbClr val="215052"/>
                </a:solidFill>
                <a:latin typeface="Plus Jakarta Sans"/>
                <a:ea typeface="Plus Jakarta Sans"/>
                <a:cs typeface="Plus Jakarta Sans"/>
              </a:defRPr>
            </a:lvl8pPr>
            <a:lvl9pPr>
              <a:defRPr sz="1125" b="1">
                <a:solidFill>
                  <a:srgbClr val="215052"/>
                </a:solidFill>
                <a:latin typeface="Plus Jakarta Sans"/>
                <a:ea typeface="Plus Jakarta Sans"/>
                <a:cs typeface="Plus Jakarta Sans"/>
              </a:defRPr>
            </a:lvl9pPr>
          </a:lstStyle>
          <a:p xmlns:a="http://schemas.openxmlformats.org/drawingml/2006/main">
            <a:pPr>
              <a:defRPr sz="1125" b="1">
                <a:solidFill>
                  <a:srgbClr val="215052"/>
                </a:solidFill>
                <a:latin typeface="Plus Jakarta Sans"/>
                <a:ea typeface="Plus Jakarta Sans"/>
                <a:cs typeface="Plus Jakarta Sans"/>
              </a:defRPr>
            </a:pPr>
            <a:r>
              <a:rPr sz="1125" b="1">
                <a:solidFill>
                  <a:srgbClr val="215052"/>
                </a:solidFill>
                <a:latin typeface="Plus Jakarta Sans"/>
                <a:ea typeface="Plus Jakarta Sans"/>
                <a:cs typeface="Plus Jakarta Sans"/>
              </a:rPr>
              <a:t>BOT CONSULTING</a:t>
            </a:r>
          </a:p>
        </p:txBody>
      </p:sp>
      <p:sp>
        <p:nvSpPr>
          <p:cNvPr id="2" name="BOT accent">
            <a:extLst xmlns:a="http://schemas.openxmlformats.org/drawingml/2006/main">
              <a:ext uri="{FF2B5EF4-FFF2-40B4-BE49-F238E27FC236}">
                <a16:creationId xmlns:a16="http://schemas.microsoft.com/office/drawing/2014/main" id="{4E63586F-6E8B-4963-8311-2984CC90CB66}"/>
              </a:ext>
            </a:extLst>
          </p:cNvPr>
          <p:cNvSpPr>
            <a:spLocks xmlns:a="http://schemas.openxmlformats.org/drawingml/2006/main" noGrp="1"/>
          </p:cNvSpPr>
          <p:nvPr/>
        </p:nvSpPr>
        <p:spPr>
          <a:xfrm xmlns:a="http://schemas.openxmlformats.org/drawingml/2006/main">
            <a:off x="514350" y="457200"/>
            <a:ext cx="95250" cy="95250"/>
          </a:xfrm>
          <a:prstGeom xmlns:a="http://schemas.openxmlformats.org/drawingml/2006/main" prst="ellipse">
            <a:avLst/>
          </a:prstGeom>
          <a:solidFill xmlns:a="http://schemas.openxmlformats.org/drawingml/2006/main">
            <a:srgbClr val="3EC3D6"/>
          </a:solidFill>
          <a:ln xmlns:a="http://schemas.openxmlformats.org/drawingml/2006/main" w="0">
            <a:noFill/>
            <a:prstDash val="solid"/>
          </a:ln>
        </p:spPr>
      </p:sp>
      <p:sp>
        <p:nvSpPr>
          <p:cNvPr id="3" name="label Executive summary">
            <a:extLst xmlns:a="http://schemas.openxmlformats.org/drawingml/2006/main">
              <a:ext uri="{FF2B5EF4-FFF2-40B4-BE49-F238E27FC236}">
                <a16:creationId xmlns:a16="http://schemas.microsoft.com/office/drawing/2014/main" id="{CF96FD9E-F402-4E5F-8B09-85A9F69807BE}"/>
              </a:ext>
            </a:extLst>
          </p:cNvPr>
          <p:cNvSpPr>
            <a:spLocks xmlns:a="http://schemas.openxmlformats.org/drawingml/2006/main" noGrp="1"/>
          </p:cNvSpPr>
          <p:nvPr/>
        </p:nvSpPr>
        <p:spPr>
          <a:xfrm xmlns:a="http://schemas.openxmlformats.org/drawingml/2006/main">
            <a:off x="723900" y="10668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b="1">
                <a:solidFill>
                  <a:srgbClr val="F15D2B"/>
                </a:solidFill>
                <a:latin typeface="Plus Jakarta Sans"/>
                <a:ea typeface="Plus Jakarta Sans"/>
                <a:cs typeface="Plus Jakarta Sans"/>
              </a:defRPr>
            </a:defPPr>
            <a:lvl1pPr>
              <a:defRPr sz="900" b="1">
                <a:solidFill>
                  <a:srgbClr val="F15D2B"/>
                </a:solidFill>
                <a:latin typeface="Plus Jakarta Sans"/>
                <a:ea typeface="Plus Jakarta Sans"/>
                <a:cs typeface="Plus Jakarta Sans"/>
              </a:defRPr>
            </a:lvl1pPr>
            <a:lvl2pPr>
              <a:defRPr sz="900" b="1">
                <a:solidFill>
                  <a:srgbClr val="F15D2B"/>
                </a:solidFill>
                <a:latin typeface="Plus Jakarta Sans"/>
                <a:ea typeface="Plus Jakarta Sans"/>
                <a:cs typeface="Plus Jakarta Sans"/>
              </a:defRPr>
            </a:lvl2pPr>
            <a:lvl3pPr>
              <a:defRPr sz="900" b="1">
                <a:solidFill>
                  <a:srgbClr val="F15D2B"/>
                </a:solidFill>
                <a:latin typeface="Plus Jakarta Sans"/>
                <a:ea typeface="Plus Jakarta Sans"/>
                <a:cs typeface="Plus Jakarta Sans"/>
              </a:defRPr>
            </a:lvl3pPr>
            <a:lvl4pPr>
              <a:defRPr sz="900" b="1">
                <a:solidFill>
                  <a:srgbClr val="F15D2B"/>
                </a:solidFill>
                <a:latin typeface="Plus Jakarta Sans"/>
                <a:ea typeface="Plus Jakarta Sans"/>
                <a:cs typeface="Plus Jakarta Sans"/>
              </a:defRPr>
            </a:lvl4pPr>
            <a:lvl5pPr>
              <a:defRPr sz="900" b="1">
                <a:solidFill>
                  <a:srgbClr val="F15D2B"/>
                </a:solidFill>
                <a:latin typeface="Plus Jakarta Sans"/>
                <a:ea typeface="Plus Jakarta Sans"/>
                <a:cs typeface="Plus Jakarta Sans"/>
              </a:defRPr>
            </a:lvl5pPr>
            <a:lvl6pPr>
              <a:defRPr sz="900" b="1">
                <a:solidFill>
                  <a:srgbClr val="F15D2B"/>
                </a:solidFill>
                <a:latin typeface="Plus Jakarta Sans"/>
                <a:ea typeface="Plus Jakarta Sans"/>
                <a:cs typeface="Plus Jakarta Sans"/>
              </a:defRPr>
            </a:lvl6pPr>
            <a:lvl7pPr>
              <a:defRPr sz="900" b="1">
                <a:solidFill>
                  <a:srgbClr val="F15D2B"/>
                </a:solidFill>
                <a:latin typeface="Plus Jakarta Sans"/>
                <a:ea typeface="Plus Jakarta Sans"/>
                <a:cs typeface="Plus Jakarta Sans"/>
              </a:defRPr>
            </a:lvl7pPr>
            <a:lvl8pPr>
              <a:defRPr sz="900" b="1">
                <a:solidFill>
                  <a:srgbClr val="F15D2B"/>
                </a:solidFill>
                <a:latin typeface="Plus Jakarta Sans"/>
                <a:ea typeface="Plus Jakarta Sans"/>
                <a:cs typeface="Plus Jakarta Sans"/>
              </a:defRPr>
            </a:lvl8pPr>
            <a:lvl9pPr>
              <a:defRPr sz="900" b="1">
                <a:solidFill>
                  <a:srgbClr val="F15D2B"/>
                </a:solidFill>
                <a:latin typeface="Plus Jakarta Sans"/>
                <a:ea typeface="Plus Jakarta Sans"/>
                <a:cs typeface="Plus Jakarta Sans"/>
              </a:defRPr>
            </a:lvl9pPr>
          </a:lstStyle>
          <a:p xmlns:a="http://schemas.openxmlformats.org/drawingml/2006/main">
            <a:pPr>
              <a:defRPr sz="900" b="1">
                <a:solidFill>
                  <a:srgbClr val="F15D2B"/>
                </a:solidFill>
                <a:latin typeface="Plus Jakarta Sans"/>
                <a:ea typeface="Plus Jakarta Sans"/>
                <a:cs typeface="Plus Jakarta Sans"/>
              </a:defRPr>
            </a:pPr>
            <a:r>
              <a:rPr sz="900" b="1">
                <a:solidFill>
                  <a:srgbClr val="F15D2B"/>
                </a:solidFill>
                <a:latin typeface="Plus Jakarta Sans"/>
                <a:ea typeface="Plus Jakarta Sans"/>
                <a:cs typeface="Plus Jakarta Sans"/>
              </a:rPr>
              <a:t>EXECUTIVE SUMMARY</a:t>
            </a:r>
          </a:p>
        </p:txBody>
      </p:sp>
      <p:sp>
        <p:nvSpPr>
          <p:cNvPr id="4" name="snapshot heading">
            <a:extLst xmlns:a="http://schemas.openxmlformats.org/drawingml/2006/main">
              <a:ext uri="{FF2B5EF4-FFF2-40B4-BE49-F238E27FC236}">
                <a16:creationId xmlns:a16="http://schemas.microsoft.com/office/drawing/2014/main" id="{52708B37-49C9-4D59-A668-6164F7EC8DA8}"/>
              </a:ext>
            </a:extLst>
          </p:cNvPr>
          <p:cNvSpPr>
            <a:spLocks xmlns:a="http://schemas.openxmlformats.org/drawingml/2006/main" noGrp="1"/>
          </p:cNvSpPr>
          <p:nvPr/>
        </p:nvSpPr>
        <p:spPr>
          <a:xfrm xmlns:a="http://schemas.openxmlformats.org/drawingml/2006/main">
            <a:off x="723900" y="1419225"/>
            <a:ext cx="8763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925" b="1">
                <a:solidFill>
                  <a:srgbClr val="215052"/>
                </a:solidFill>
                <a:latin typeface="Plus Jakarta Sans"/>
                <a:ea typeface="Plus Jakarta Sans"/>
                <a:cs typeface="Plus Jakarta Sans"/>
              </a:defRPr>
            </a:defPPr>
            <a:lvl1pPr>
              <a:defRPr sz="2925" b="1">
                <a:solidFill>
                  <a:srgbClr val="215052"/>
                </a:solidFill>
                <a:latin typeface="Plus Jakarta Sans"/>
                <a:ea typeface="Plus Jakarta Sans"/>
                <a:cs typeface="Plus Jakarta Sans"/>
              </a:defRPr>
            </a:lvl1pPr>
            <a:lvl2pPr>
              <a:defRPr sz="2925" b="1">
                <a:solidFill>
                  <a:srgbClr val="215052"/>
                </a:solidFill>
                <a:latin typeface="Plus Jakarta Sans"/>
                <a:ea typeface="Plus Jakarta Sans"/>
                <a:cs typeface="Plus Jakarta Sans"/>
              </a:defRPr>
            </a:lvl2pPr>
            <a:lvl3pPr>
              <a:defRPr sz="2925" b="1">
                <a:solidFill>
                  <a:srgbClr val="215052"/>
                </a:solidFill>
                <a:latin typeface="Plus Jakarta Sans"/>
                <a:ea typeface="Plus Jakarta Sans"/>
                <a:cs typeface="Plus Jakarta Sans"/>
              </a:defRPr>
            </a:lvl3pPr>
            <a:lvl4pPr>
              <a:defRPr sz="2925" b="1">
                <a:solidFill>
                  <a:srgbClr val="215052"/>
                </a:solidFill>
                <a:latin typeface="Plus Jakarta Sans"/>
                <a:ea typeface="Plus Jakarta Sans"/>
                <a:cs typeface="Plus Jakarta Sans"/>
              </a:defRPr>
            </a:lvl4pPr>
            <a:lvl5pPr>
              <a:defRPr sz="2925" b="1">
                <a:solidFill>
                  <a:srgbClr val="215052"/>
                </a:solidFill>
                <a:latin typeface="Plus Jakarta Sans"/>
                <a:ea typeface="Plus Jakarta Sans"/>
                <a:cs typeface="Plus Jakarta Sans"/>
              </a:defRPr>
            </a:lvl5pPr>
            <a:lvl6pPr>
              <a:defRPr sz="2925" b="1">
                <a:solidFill>
                  <a:srgbClr val="215052"/>
                </a:solidFill>
                <a:latin typeface="Plus Jakarta Sans"/>
                <a:ea typeface="Plus Jakarta Sans"/>
                <a:cs typeface="Plus Jakarta Sans"/>
              </a:defRPr>
            </a:lvl6pPr>
            <a:lvl7pPr>
              <a:defRPr sz="2925" b="1">
                <a:solidFill>
                  <a:srgbClr val="215052"/>
                </a:solidFill>
                <a:latin typeface="Plus Jakarta Sans"/>
                <a:ea typeface="Plus Jakarta Sans"/>
                <a:cs typeface="Plus Jakarta Sans"/>
              </a:defRPr>
            </a:lvl7pPr>
            <a:lvl8pPr>
              <a:defRPr sz="2925" b="1">
                <a:solidFill>
                  <a:srgbClr val="215052"/>
                </a:solidFill>
                <a:latin typeface="Plus Jakarta Sans"/>
                <a:ea typeface="Plus Jakarta Sans"/>
                <a:cs typeface="Plus Jakarta Sans"/>
              </a:defRPr>
            </a:lvl8pPr>
            <a:lvl9pPr>
              <a:defRPr sz="2925" b="1">
                <a:solidFill>
                  <a:srgbClr val="215052"/>
                </a:solidFill>
                <a:latin typeface="Plus Jakarta Sans"/>
                <a:ea typeface="Plus Jakarta Sans"/>
                <a:cs typeface="Plus Jakarta Sans"/>
              </a:defRPr>
            </a:lvl9pPr>
          </a:lstStyle>
          <a:p xmlns:a="http://schemas.openxmlformats.org/drawingml/2006/main">
            <a:pPr>
              <a:defRPr sz="2925" b="1">
                <a:solidFill>
                  <a:srgbClr val="215052"/>
                </a:solidFill>
                <a:latin typeface="Plus Jakarta Sans"/>
                <a:ea typeface="Plus Jakarta Sans"/>
                <a:cs typeface="Plus Jakarta Sans"/>
              </a:defRPr>
            </a:pPr>
            <a:r>
              <a:rPr sz="2925" b="1">
                <a:solidFill>
                  <a:srgbClr val="215052"/>
                </a:solidFill>
                <a:latin typeface="Plus Jakarta Sans"/>
                <a:ea typeface="Plus Jakarta Sans"/>
                <a:cs typeface="Plus Jakarta Sans"/>
              </a:rPr>
              <a:t>One summit. A lasting signal.</a:t>
            </a:r>
          </a:p>
        </p:txBody>
      </p:sp>
      <p:sp>
        <p:nvSpPr>
          <p:cNvPr id="5" name="snapshot introduction">
            <a:extLst xmlns:a="http://schemas.openxmlformats.org/drawingml/2006/main">
              <a:ext uri="{FF2B5EF4-FFF2-40B4-BE49-F238E27FC236}">
                <a16:creationId xmlns:a16="http://schemas.microsoft.com/office/drawing/2014/main" id="{35A4CFB3-FCDA-4B04-8F25-DE5531ABDC03}"/>
              </a:ext>
            </a:extLst>
          </p:cNvPr>
          <p:cNvSpPr>
            <a:spLocks xmlns:a="http://schemas.openxmlformats.org/drawingml/2006/main" noGrp="1"/>
          </p:cNvSpPr>
          <p:nvPr/>
        </p:nvSpPr>
        <p:spPr>
          <a:xfrm xmlns:a="http://schemas.openxmlformats.org/drawingml/2006/main">
            <a:off x="723900" y="2000250"/>
            <a:ext cx="9715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a:solidFill>
                  <a:srgbClr val="526669"/>
                </a:solidFill>
                <a:latin typeface="Plus Jakarta Sans"/>
                <a:ea typeface="Plus Jakarta Sans"/>
                <a:cs typeface="Plus Jakarta Sans"/>
              </a:defRPr>
            </a:defPPr>
            <a:lvl1pPr>
              <a:defRPr sz="1125">
                <a:solidFill>
                  <a:srgbClr val="526669"/>
                </a:solidFill>
                <a:latin typeface="Plus Jakarta Sans"/>
                <a:ea typeface="Plus Jakarta Sans"/>
                <a:cs typeface="Plus Jakarta Sans"/>
              </a:defRPr>
            </a:lvl1pPr>
            <a:lvl2pPr>
              <a:defRPr sz="1125">
                <a:solidFill>
                  <a:srgbClr val="526669"/>
                </a:solidFill>
                <a:latin typeface="Plus Jakarta Sans"/>
                <a:ea typeface="Plus Jakarta Sans"/>
                <a:cs typeface="Plus Jakarta Sans"/>
              </a:defRPr>
            </a:lvl2pPr>
            <a:lvl3pPr>
              <a:defRPr sz="1125">
                <a:solidFill>
                  <a:srgbClr val="526669"/>
                </a:solidFill>
                <a:latin typeface="Plus Jakarta Sans"/>
                <a:ea typeface="Plus Jakarta Sans"/>
                <a:cs typeface="Plus Jakarta Sans"/>
              </a:defRPr>
            </a:lvl3pPr>
            <a:lvl4pPr>
              <a:defRPr sz="1125">
                <a:solidFill>
                  <a:srgbClr val="526669"/>
                </a:solidFill>
                <a:latin typeface="Plus Jakarta Sans"/>
                <a:ea typeface="Plus Jakarta Sans"/>
                <a:cs typeface="Plus Jakarta Sans"/>
              </a:defRPr>
            </a:lvl4pPr>
            <a:lvl5pPr>
              <a:defRPr sz="1125">
                <a:solidFill>
                  <a:srgbClr val="526669"/>
                </a:solidFill>
                <a:latin typeface="Plus Jakarta Sans"/>
                <a:ea typeface="Plus Jakarta Sans"/>
                <a:cs typeface="Plus Jakarta Sans"/>
              </a:defRPr>
            </a:lvl5pPr>
            <a:lvl6pPr>
              <a:defRPr sz="1125">
                <a:solidFill>
                  <a:srgbClr val="526669"/>
                </a:solidFill>
                <a:latin typeface="Plus Jakarta Sans"/>
                <a:ea typeface="Plus Jakarta Sans"/>
                <a:cs typeface="Plus Jakarta Sans"/>
              </a:defRPr>
            </a:lvl6pPr>
            <a:lvl7pPr>
              <a:defRPr sz="1125">
                <a:solidFill>
                  <a:srgbClr val="526669"/>
                </a:solidFill>
                <a:latin typeface="Plus Jakarta Sans"/>
                <a:ea typeface="Plus Jakarta Sans"/>
                <a:cs typeface="Plus Jakarta Sans"/>
              </a:defRPr>
            </a:lvl7pPr>
            <a:lvl8pPr>
              <a:defRPr sz="1125">
                <a:solidFill>
                  <a:srgbClr val="526669"/>
                </a:solidFill>
                <a:latin typeface="Plus Jakarta Sans"/>
                <a:ea typeface="Plus Jakarta Sans"/>
                <a:cs typeface="Plus Jakarta Sans"/>
              </a:defRPr>
            </a:lvl8pPr>
            <a:lvl9pPr>
              <a:defRPr sz="1125">
                <a:solidFill>
                  <a:srgbClr val="526669"/>
                </a:solidFill>
                <a:latin typeface="Plus Jakarta Sans"/>
                <a:ea typeface="Plus Jakarta Sans"/>
                <a:cs typeface="Plus Jakarta Sans"/>
              </a:defRPr>
            </a:lvl9pPr>
          </a:lstStyle>
          <a:p xmlns:a="http://schemas.openxmlformats.org/drawingml/2006/main">
            <a:pPr>
              <a:defRPr sz="1125">
                <a:solidFill>
                  <a:srgbClr val="526669"/>
                </a:solidFill>
                <a:latin typeface="Plus Jakarta Sans"/>
                <a:ea typeface="Plus Jakarta Sans"/>
                <a:cs typeface="Plus Jakarta Sans"/>
              </a:defRPr>
            </a:pPr>
            <a:r>
              <a:rPr sz="1125">
                <a:solidFill>
                  <a:srgbClr val="526669"/>
                </a:solidFill>
                <a:latin typeface="Plus Jakarta Sans"/>
                <a:ea typeface="Plus Jakarta Sans"/>
                <a:cs typeface="Plus Jakarta Sans"/>
              </a:rPr>
              <a:t>Odyssey brought together BOT Consulting’s partners, teams and guests in Jaipur for three days of ideas, recognition and practical conversation. Across technology, Global Capability Centers and leadership, the summit returned to one recurring question: how do we apply new capability without losing human judgment?</a:t>
            </a:r>
          </a:p>
        </p:txBody>
      </p:sp>
      <p:sp>
        <p:nvSpPr>
          <p:cNvPr id="6" name="metric People">
            <a:extLst xmlns:a="http://schemas.openxmlformats.org/drawingml/2006/main">
              <a:ext uri="{FF2B5EF4-FFF2-40B4-BE49-F238E27FC236}">
                <a16:creationId xmlns:a16="http://schemas.microsoft.com/office/drawing/2014/main" id="{328B9AF8-926F-4BD1-B4F9-74A4977A4A79}"/>
              </a:ext>
            </a:extLst>
          </p:cNvPr>
          <p:cNvSpPr>
            <a:spLocks xmlns:a="http://schemas.openxmlformats.org/drawingml/2006/main" noGrp="1"/>
          </p:cNvSpPr>
          <p:nvPr/>
        </p:nvSpPr>
        <p:spPr>
          <a:xfrm xmlns:a="http://schemas.openxmlformats.org/drawingml/2006/main">
            <a:off x="723900" y="2981325"/>
            <a:ext cx="3238500" cy="1066800"/>
          </a:xfrm>
          <a:prstGeom xmlns:a="http://schemas.openxmlformats.org/drawingml/2006/main" prst="roundRect">
            <a:avLst>
              <a:gd name="adj" fmla="val 14286"/>
            </a:avLst>
          </a:prstGeom>
          <a:solidFill xmlns:a="http://schemas.openxmlformats.org/drawingml/2006/main">
            <a:srgbClr val="F4F8F7"/>
          </a:solidFill>
          <a:ln xmlns:a="http://schemas.openxmlformats.org/drawingml/2006/main" w="0">
            <a:noFill/>
            <a:prstDash val="solid"/>
          </a:ln>
        </p:spPr>
      </p:sp>
      <p:sp>
        <p:nvSpPr>
          <p:cNvPr id="7" name="metric label People">
            <a:extLst xmlns:a="http://schemas.openxmlformats.org/drawingml/2006/main">
              <a:ext uri="{FF2B5EF4-FFF2-40B4-BE49-F238E27FC236}">
                <a16:creationId xmlns:a16="http://schemas.microsoft.com/office/drawing/2014/main" id="{33EB3774-48C3-475D-BD94-2523BFCD457A}"/>
              </a:ext>
            </a:extLst>
          </p:cNvPr>
          <p:cNvSpPr>
            <a:spLocks xmlns:a="http://schemas.openxmlformats.org/drawingml/2006/main" noGrp="1"/>
          </p:cNvSpPr>
          <p:nvPr/>
        </p:nvSpPr>
        <p:spPr>
          <a:xfrm xmlns:a="http://schemas.openxmlformats.org/drawingml/2006/main">
            <a:off x="914400" y="315277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825" b="1">
                <a:solidFill>
                  <a:srgbClr val="215052"/>
                </a:solidFill>
                <a:latin typeface="Plus Jakarta Sans"/>
                <a:ea typeface="Plus Jakarta Sans"/>
                <a:cs typeface="Plus Jakarta Sans"/>
              </a:defRPr>
            </a:defPPr>
            <a:lvl1pPr>
              <a:defRPr sz="825" b="1">
                <a:solidFill>
                  <a:srgbClr val="215052"/>
                </a:solidFill>
                <a:latin typeface="Plus Jakarta Sans"/>
                <a:ea typeface="Plus Jakarta Sans"/>
                <a:cs typeface="Plus Jakarta Sans"/>
              </a:defRPr>
            </a:lvl1pPr>
            <a:lvl2pPr>
              <a:defRPr sz="825" b="1">
                <a:solidFill>
                  <a:srgbClr val="215052"/>
                </a:solidFill>
                <a:latin typeface="Plus Jakarta Sans"/>
                <a:ea typeface="Plus Jakarta Sans"/>
                <a:cs typeface="Plus Jakarta Sans"/>
              </a:defRPr>
            </a:lvl2pPr>
            <a:lvl3pPr>
              <a:defRPr sz="825" b="1">
                <a:solidFill>
                  <a:srgbClr val="215052"/>
                </a:solidFill>
                <a:latin typeface="Plus Jakarta Sans"/>
                <a:ea typeface="Plus Jakarta Sans"/>
                <a:cs typeface="Plus Jakarta Sans"/>
              </a:defRPr>
            </a:lvl3pPr>
            <a:lvl4pPr>
              <a:defRPr sz="825" b="1">
                <a:solidFill>
                  <a:srgbClr val="215052"/>
                </a:solidFill>
                <a:latin typeface="Plus Jakarta Sans"/>
                <a:ea typeface="Plus Jakarta Sans"/>
                <a:cs typeface="Plus Jakarta Sans"/>
              </a:defRPr>
            </a:lvl4pPr>
            <a:lvl5pPr>
              <a:defRPr sz="825" b="1">
                <a:solidFill>
                  <a:srgbClr val="215052"/>
                </a:solidFill>
                <a:latin typeface="Plus Jakarta Sans"/>
                <a:ea typeface="Plus Jakarta Sans"/>
                <a:cs typeface="Plus Jakarta Sans"/>
              </a:defRPr>
            </a:lvl5pPr>
            <a:lvl6pPr>
              <a:defRPr sz="825" b="1">
                <a:solidFill>
                  <a:srgbClr val="215052"/>
                </a:solidFill>
                <a:latin typeface="Plus Jakarta Sans"/>
                <a:ea typeface="Plus Jakarta Sans"/>
                <a:cs typeface="Plus Jakarta Sans"/>
              </a:defRPr>
            </a:lvl6pPr>
            <a:lvl7pPr>
              <a:defRPr sz="825" b="1">
                <a:solidFill>
                  <a:srgbClr val="215052"/>
                </a:solidFill>
                <a:latin typeface="Plus Jakarta Sans"/>
                <a:ea typeface="Plus Jakarta Sans"/>
                <a:cs typeface="Plus Jakarta Sans"/>
              </a:defRPr>
            </a:lvl7pPr>
            <a:lvl8pPr>
              <a:defRPr sz="825" b="1">
                <a:solidFill>
                  <a:srgbClr val="215052"/>
                </a:solidFill>
                <a:latin typeface="Plus Jakarta Sans"/>
                <a:ea typeface="Plus Jakarta Sans"/>
                <a:cs typeface="Plus Jakarta Sans"/>
              </a:defRPr>
            </a:lvl8pPr>
            <a:lvl9pPr>
              <a:defRPr sz="825" b="1">
                <a:solidFill>
                  <a:srgbClr val="215052"/>
                </a:solidFill>
                <a:latin typeface="Plus Jakarta Sans"/>
                <a:ea typeface="Plus Jakarta Sans"/>
                <a:cs typeface="Plus Jakarta Sans"/>
              </a:defRPr>
            </a:lvl9pPr>
          </a:lstStyle>
          <a:p xmlns:a="http://schemas.openxmlformats.org/drawingml/2006/main">
            <a:pPr>
              <a:defRPr sz="825" b="1">
                <a:solidFill>
                  <a:srgbClr val="215052"/>
                </a:solidFill>
                <a:latin typeface="Plus Jakarta Sans"/>
                <a:ea typeface="Plus Jakarta Sans"/>
                <a:cs typeface="Plus Jakarta Sans"/>
              </a:defRPr>
            </a:pPr>
            <a:r>
              <a:rPr sz="825" b="1">
                <a:solidFill>
                  <a:srgbClr val="215052"/>
                </a:solidFill>
                <a:latin typeface="Plus Jakarta Sans"/>
                <a:ea typeface="Plus Jakarta Sans"/>
                <a:cs typeface="Plus Jakarta Sans"/>
              </a:rPr>
              <a:t>PEOPLE</a:t>
            </a:r>
          </a:p>
        </p:txBody>
      </p:sp>
      <p:sp>
        <p:nvSpPr>
          <p:cNvPr id="8" name="metric value People">
            <a:extLst xmlns:a="http://schemas.openxmlformats.org/drawingml/2006/main">
              <a:ext uri="{FF2B5EF4-FFF2-40B4-BE49-F238E27FC236}">
                <a16:creationId xmlns:a16="http://schemas.microsoft.com/office/drawing/2014/main" id="{B22FFA15-9CA9-482A-A4AB-B59E05C79D51}"/>
              </a:ext>
            </a:extLst>
          </p:cNvPr>
          <p:cNvSpPr>
            <a:spLocks xmlns:a="http://schemas.openxmlformats.org/drawingml/2006/main" noGrp="1"/>
          </p:cNvSpPr>
          <p:nvPr/>
        </p:nvSpPr>
        <p:spPr>
          <a:xfrm xmlns:a="http://schemas.openxmlformats.org/drawingml/2006/main">
            <a:off x="914400" y="3448050"/>
            <a:ext cx="285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625" b="1">
                <a:solidFill>
                  <a:srgbClr val="215052"/>
                </a:solidFill>
                <a:latin typeface="Plus Jakarta Sans"/>
                <a:ea typeface="Plus Jakarta Sans"/>
                <a:cs typeface="Plus Jakarta Sans"/>
              </a:defRPr>
            </a:defPPr>
            <a:lvl1pPr>
              <a:defRPr sz="2625" b="1">
                <a:solidFill>
                  <a:srgbClr val="215052"/>
                </a:solidFill>
                <a:latin typeface="Plus Jakarta Sans"/>
                <a:ea typeface="Plus Jakarta Sans"/>
                <a:cs typeface="Plus Jakarta Sans"/>
              </a:defRPr>
            </a:lvl1pPr>
            <a:lvl2pPr>
              <a:defRPr sz="2625" b="1">
                <a:solidFill>
                  <a:srgbClr val="215052"/>
                </a:solidFill>
                <a:latin typeface="Plus Jakarta Sans"/>
                <a:ea typeface="Plus Jakarta Sans"/>
                <a:cs typeface="Plus Jakarta Sans"/>
              </a:defRPr>
            </a:lvl2pPr>
            <a:lvl3pPr>
              <a:defRPr sz="2625" b="1">
                <a:solidFill>
                  <a:srgbClr val="215052"/>
                </a:solidFill>
                <a:latin typeface="Plus Jakarta Sans"/>
                <a:ea typeface="Plus Jakarta Sans"/>
                <a:cs typeface="Plus Jakarta Sans"/>
              </a:defRPr>
            </a:lvl3pPr>
            <a:lvl4pPr>
              <a:defRPr sz="2625" b="1">
                <a:solidFill>
                  <a:srgbClr val="215052"/>
                </a:solidFill>
                <a:latin typeface="Plus Jakarta Sans"/>
                <a:ea typeface="Plus Jakarta Sans"/>
                <a:cs typeface="Plus Jakarta Sans"/>
              </a:defRPr>
            </a:lvl4pPr>
            <a:lvl5pPr>
              <a:defRPr sz="2625" b="1">
                <a:solidFill>
                  <a:srgbClr val="215052"/>
                </a:solidFill>
                <a:latin typeface="Plus Jakarta Sans"/>
                <a:ea typeface="Plus Jakarta Sans"/>
                <a:cs typeface="Plus Jakarta Sans"/>
              </a:defRPr>
            </a:lvl5pPr>
            <a:lvl6pPr>
              <a:defRPr sz="2625" b="1">
                <a:solidFill>
                  <a:srgbClr val="215052"/>
                </a:solidFill>
                <a:latin typeface="Plus Jakarta Sans"/>
                <a:ea typeface="Plus Jakarta Sans"/>
                <a:cs typeface="Plus Jakarta Sans"/>
              </a:defRPr>
            </a:lvl6pPr>
            <a:lvl7pPr>
              <a:defRPr sz="2625" b="1">
                <a:solidFill>
                  <a:srgbClr val="215052"/>
                </a:solidFill>
                <a:latin typeface="Plus Jakarta Sans"/>
                <a:ea typeface="Plus Jakarta Sans"/>
                <a:cs typeface="Plus Jakarta Sans"/>
              </a:defRPr>
            </a:lvl7pPr>
            <a:lvl8pPr>
              <a:defRPr sz="2625" b="1">
                <a:solidFill>
                  <a:srgbClr val="215052"/>
                </a:solidFill>
                <a:latin typeface="Plus Jakarta Sans"/>
                <a:ea typeface="Plus Jakarta Sans"/>
                <a:cs typeface="Plus Jakarta Sans"/>
              </a:defRPr>
            </a:lvl8pPr>
            <a:lvl9pPr>
              <a:defRPr sz="2625" b="1">
                <a:solidFill>
                  <a:srgbClr val="215052"/>
                </a:solidFill>
                <a:latin typeface="Plus Jakarta Sans"/>
                <a:ea typeface="Plus Jakarta Sans"/>
                <a:cs typeface="Plus Jakarta Sans"/>
              </a:defRPr>
            </a:lvl9pPr>
          </a:lstStyle>
          <a:p xmlns:a="http://schemas.openxmlformats.org/drawingml/2006/main">
            <a:pPr>
              <a:defRPr sz="2625" b="1">
                <a:solidFill>
                  <a:srgbClr val="215052"/>
                </a:solidFill>
                <a:latin typeface="Plus Jakarta Sans"/>
                <a:ea typeface="Plus Jakarta Sans"/>
                <a:cs typeface="Plus Jakarta Sans"/>
              </a:defRPr>
            </a:pPr>
            <a:r>
              <a:rPr sz="2625" b="1">
                <a:solidFill>
                  <a:srgbClr val="215052"/>
                </a:solidFill>
                <a:latin typeface="Plus Jakarta Sans"/>
                <a:ea typeface="Plus Jakarta Sans"/>
                <a:cs typeface="Plus Jakarta Sans"/>
              </a:rPr>
              <a:t>350+</a:t>
            </a:r>
          </a:p>
        </p:txBody>
      </p:sp>
      <p:sp>
        <p:nvSpPr>
          <p:cNvPr id="9" name="metric Guest speakers">
            <a:extLst xmlns:a="http://schemas.openxmlformats.org/drawingml/2006/main">
              <a:ext uri="{FF2B5EF4-FFF2-40B4-BE49-F238E27FC236}">
                <a16:creationId xmlns:a16="http://schemas.microsoft.com/office/drawing/2014/main" id="{7DFBD7E8-B031-43D9-8CEE-9F2D63A71944}"/>
              </a:ext>
            </a:extLst>
          </p:cNvPr>
          <p:cNvSpPr>
            <a:spLocks xmlns:a="http://schemas.openxmlformats.org/drawingml/2006/main" noGrp="1"/>
          </p:cNvSpPr>
          <p:nvPr/>
        </p:nvSpPr>
        <p:spPr>
          <a:xfrm xmlns:a="http://schemas.openxmlformats.org/drawingml/2006/main">
            <a:off x="4476750" y="2981325"/>
            <a:ext cx="3238500" cy="1066800"/>
          </a:xfrm>
          <a:prstGeom xmlns:a="http://schemas.openxmlformats.org/drawingml/2006/main" prst="roundRect">
            <a:avLst>
              <a:gd name="adj" fmla="val 14286"/>
            </a:avLst>
          </a:prstGeom>
          <a:solidFill xmlns:a="http://schemas.openxmlformats.org/drawingml/2006/main">
            <a:srgbClr val="F4F8F7"/>
          </a:solidFill>
          <a:ln xmlns:a="http://schemas.openxmlformats.org/drawingml/2006/main" w="0">
            <a:noFill/>
            <a:prstDash val="solid"/>
          </a:ln>
        </p:spPr>
      </p:sp>
      <p:sp>
        <p:nvSpPr>
          <p:cNvPr id="10" name="metric label Guest speakers">
            <a:extLst xmlns:a="http://schemas.openxmlformats.org/drawingml/2006/main">
              <a:ext uri="{FF2B5EF4-FFF2-40B4-BE49-F238E27FC236}">
                <a16:creationId xmlns:a16="http://schemas.microsoft.com/office/drawing/2014/main" id="{D0F7DA9F-927D-45F5-8B0E-BC76B41DCE65}"/>
              </a:ext>
            </a:extLst>
          </p:cNvPr>
          <p:cNvSpPr>
            <a:spLocks xmlns:a="http://schemas.openxmlformats.org/drawingml/2006/main" noGrp="1"/>
          </p:cNvSpPr>
          <p:nvPr/>
        </p:nvSpPr>
        <p:spPr>
          <a:xfrm xmlns:a="http://schemas.openxmlformats.org/drawingml/2006/main">
            <a:off x="4667250" y="315277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825" b="1">
                <a:solidFill>
                  <a:srgbClr val="215052"/>
                </a:solidFill>
                <a:latin typeface="Plus Jakarta Sans"/>
                <a:ea typeface="Plus Jakarta Sans"/>
                <a:cs typeface="Plus Jakarta Sans"/>
              </a:defRPr>
            </a:defPPr>
            <a:lvl1pPr>
              <a:defRPr sz="825" b="1">
                <a:solidFill>
                  <a:srgbClr val="215052"/>
                </a:solidFill>
                <a:latin typeface="Plus Jakarta Sans"/>
                <a:ea typeface="Plus Jakarta Sans"/>
                <a:cs typeface="Plus Jakarta Sans"/>
              </a:defRPr>
            </a:lvl1pPr>
            <a:lvl2pPr>
              <a:defRPr sz="825" b="1">
                <a:solidFill>
                  <a:srgbClr val="215052"/>
                </a:solidFill>
                <a:latin typeface="Plus Jakarta Sans"/>
                <a:ea typeface="Plus Jakarta Sans"/>
                <a:cs typeface="Plus Jakarta Sans"/>
              </a:defRPr>
            </a:lvl2pPr>
            <a:lvl3pPr>
              <a:defRPr sz="825" b="1">
                <a:solidFill>
                  <a:srgbClr val="215052"/>
                </a:solidFill>
                <a:latin typeface="Plus Jakarta Sans"/>
                <a:ea typeface="Plus Jakarta Sans"/>
                <a:cs typeface="Plus Jakarta Sans"/>
              </a:defRPr>
            </a:lvl3pPr>
            <a:lvl4pPr>
              <a:defRPr sz="825" b="1">
                <a:solidFill>
                  <a:srgbClr val="215052"/>
                </a:solidFill>
                <a:latin typeface="Plus Jakarta Sans"/>
                <a:ea typeface="Plus Jakarta Sans"/>
                <a:cs typeface="Plus Jakarta Sans"/>
              </a:defRPr>
            </a:lvl4pPr>
            <a:lvl5pPr>
              <a:defRPr sz="825" b="1">
                <a:solidFill>
                  <a:srgbClr val="215052"/>
                </a:solidFill>
                <a:latin typeface="Plus Jakarta Sans"/>
                <a:ea typeface="Plus Jakarta Sans"/>
                <a:cs typeface="Plus Jakarta Sans"/>
              </a:defRPr>
            </a:lvl5pPr>
            <a:lvl6pPr>
              <a:defRPr sz="825" b="1">
                <a:solidFill>
                  <a:srgbClr val="215052"/>
                </a:solidFill>
                <a:latin typeface="Plus Jakarta Sans"/>
                <a:ea typeface="Plus Jakarta Sans"/>
                <a:cs typeface="Plus Jakarta Sans"/>
              </a:defRPr>
            </a:lvl6pPr>
            <a:lvl7pPr>
              <a:defRPr sz="825" b="1">
                <a:solidFill>
                  <a:srgbClr val="215052"/>
                </a:solidFill>
                <a:latin typeface="Plus Jakarta Sans"/>
                <a:ea typeface="Plus Jakarta Sans"/>
                <a:cs typeface="Plus Jakarta Sans"/>
              </a:defRPr>
            </a:lvl7pPr>
            <a:lvl8pPr>
              <a:defRPr sz="825" b="1">
                <a:solidFill>
                  <a:srgbClr val="215052"/>
                </a:solidFill>
                <a:latin typeface="Plus Jakarta Sans"/>
                <a:ea typeface="Plus Jakarta Sans"/>
                <a:cs typeface="Plus Jakarta Sans"/>
              </a:defRPr>
            </a:lvl8pPr>
            <a:lvl9pPr>
              <a:defRPr sz="825" b="1">
                <a:solidFill>
                  <a:srgbClr val="215052"/>
                </a:solidFill>
                <a:latin typeface="Plus Jakarta Sans"/>
                <a:ea typeface="Plus Jakarta Sans"/>
                <a:cs typeface="Plus Jakarta Sans"/>
              </a:defRPr>
            </a:lvl9pPr>
          </a:lstStyle>
          <a:p xmlns:a="http://schemas.openxmlformats.org/drawingml/2006/main">
            <a:pPr>
              <a:defRPr sz="825" b="1">
                <a:solidFill>
                  <a:srgbClr val="215052"/>
                </a:solidFill>
                <a:latin typeface="Plus Jakarta Sans"/>
                <a:ea typeface="Plus Jakarta Sans"/>
                <a:cs typeface="Plus Jakarta Sans"/>
              </a:defRPr>
            </a:pPr>
            <a:r>
              <a:rPr sz="825" b="1">
                <a:solidFill>
                  <a:srgbClr val="215052"/>
                </a:solidFill>
                <a:latin typeface="Plus Jakarta Sans"/>
                <a:ea typeface="Plus Jakarta Sans"/>
                <a:cs typeface="Plus Jakarta Sans"/>
              </a:rPr>
              <a:t>GUEST SPEAKERS</a:t>
            </a:r>
          </a:p>
        </p:txBody>
      </p:sp>
      <p:sp>
        <p:nvSpPr>
          <p:cNvPr id="11" name="metric value Guest speakers">
            <a:extLst xmlns:a="http://schemas.openxmlformats.org/drawingml/2006/main">
              <a:ext uri="{FF2B5EF4-FFF2-40B4-BE49-F238E27FC236}">
                <a16:creationId xmlns:a16="http://schemas.microsoft.com/office/drawing/2014/main" id="{F5C45C4E-224A-4C82-A715-B3F1234568F7}"/>
              </a:ext>
            </a:extLst>
          </p:cNvPr>
          <p:cNvSpPr>
            <a:spLocks xmlns:a="http://schemas.openxmlformats.org/drawingml/2006/main" noGrp="1"/>
          </p:cNvSpPr>
          <p:nvPr/>
        </p:nvSpPr>
        <p:spPr>
          <a:xfrm xmlns:a="http://schemas.openxmlformats.org/drawingml/2006/main">
            <a:off x="4667250" y="3448050"/>
            <a:ext cx="285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625" b="1">
                <a:solidFill>
                  <a:srgbClr val="215052"/>
                </a:solidFill>
                <a:latin typeface="Plus Jakarta Sans"/>
                <a:ea typeface="Plus Jakarta Sans"/>
                <a:cs typeface="Plus Jakarta Sans"/>
              </a:defRPr>
            </a:defPPr>
            <a:lvl1pPr>
              <a:defRPr sz="2625" b="1">
                <a:solidFill>
                  <a:srgbClr val="215052"/>
                </a:solidFill>
                <a:latin typeface="Plus Jakarta Sans"/>
                <a:ea typeface="Plus Jakarta Sans"/>
                <a:cs typeface="Plus Jakarta Sans"/>
              </a:defRPr>
            </a:lvl1pPr>
            <a:lvl2pPr>
              <a:defRPr sz="2625" b="1">
                <a:solidFill>
                  <a:srgbClr val="215052"/>
                </a:solidFill>
                <a:latin typeface="Plus Jakarta Sans"/>
                <a:ea typeface="Plus Jakarta Sans"/>
                <a:cs typeface="Plus Jakarta Sans"/>
              </a:defRPr>
            </a:lvl2pPr>
            <a:lvl3pPr>
              <a:defRPr sz="2625" b="1">
                <a:solidFill>
                  <a:srgbClr val="215052"/>
                </a:solidFill>
                <a:latin typeface="Plus Jakarta Sans"/>
                <a:ea typeface="Plus Jakarta Sans"/>
                <a:cs typeface="Plus Jakarta Sans"/>
              </a:defRPr>
            </a:lvl3pPr>
            <a:lvl4pPr>
              <a:defRPr sz="2625" b="1">
                <a:solidFill>
                  <a:srgbClr val="215052"/>
                </a:solidFill>
                <a:latin typeface="Plus Jakarta Sans"/>
                <a:ea typeface="Plus Jakarta Sans"/>
                <a:cs typeface="Plus Jakarta Sans"/>
              </a:defRPr>
            </a:lvl4pPr>
            <a:lvl5pPr>
              <a:defRPr sz="2625" b="1">
                <a:solidFill>
                  <a:srgbClr val="215052"/>
                </a:solidFill>
                <a:latin typeface="Plus Jakarta Sans"/>
                <a:ea typeface="Plus Jakarta Sans"/>
                <a:cs typeface="Plus Jakarta Sans"/>
              </a:defRPr>
            </a:lvl5pPr>
            <a:lvl6pPr>
              <a:defRPr sz="2625" b="1">
                <a:solidFill>
                  <a:srgbClr val="215052"/>
                </a:solidFill>
                <a:latin typeface="Plus Jakarta Sans"/>
                <a:ea typeface="Plus Jakarta Sans"/>
                <a:cs typeface="Plus Jakarta Sans"/>
              </a:defRPr>
            </a:lvl6pPr>
            <a:lvl7pPr>
              <a:defRPr sz="2625" b="1">
                <a:solidFill>
                  <a:srgbClr val="215052"/>
                </a:solidFill>
                <a:latin typeface="Plus Jakarta Sans"/>
                <a:ea typeface="Plus Jakarta Sans"/>
                <a:cs typeface="Plus Jakarta Sans"/>
              </a:defRPr>
            </a:lvl7pPr>
            <a:lvl8pPr>
              <a:defRPr sz="2625" b="1">
                <a:solidFill>
                  <a:srgbClr val="215052"/>
                </a:solidFill>
                <a:latin typeface="Plus Jakarta Sans"/>
                <a:ea typeface="Plus Jakarta Sans"/>
                <a:cs typeface="Plus Jakarta Sans"/>
              </a:defRPr>
            </a:lvl8pPr>
            <a:lvl9pPr>
              <a:defRPr sz="2625" b="1">
                <a:solidFill>
                  <a:srgbClr val="215052"/>
                </a:solidFill>
                <a:latin typeface="Plus Jakarta Sans"/>
                <a:ea typeface="Plus Jakarta Sans"/>
                <a:cs typeface="Plus Jakarta Sans"/>
              </a:defRPr>
            </a:lvl9pPr>
          </a:lstStyle>
          <a:p xmlns:a="http://schemas.openxmlformats.org/drawingml/2006/main">
            <a:pPr>
              <a:defRPr sz="2625" b="1">
                <a:solidFill>
                  <a:srgbClr val="215052"/>
                </a:solidFill>
                <a:latin typeface="Plus Jakarta Sans"/>
                <a:ea typeface="Plus Jakarta Sans"/>
                <a:cs typeface="Plus Jakarta Sans"/>
              </a:defRPr>
            </a:pPr>
            <a:r>
              <a:rPr sz="2625" b="1">
                <a:solidFill>
                  <a:srgbClr val="215052"/>
                </a:solidFill>
                <a:latin typeface="Plus Jakarta Sans"/>
                <a:ea typeface="Plus Jakarta Sans"/>
                <a:cs typeface="Plus Jakarta Sans"/>
              </a:rPr>
              <a:t>16</a:t>
            </a:r>
          </a:p>
        </p:txBody>
      </p:sp>
      <p:sp>
        <p:nvSpPr>
          <p:cNvPr id="12" name="metric GCC teams">
            <a:extLst xmlns:a="http://schemas.openxmlformats.org/drawingml/2006/main">
              <a:ext uri="{FF2B5EF4-FFF2-40B4-BE49-F238E27FC236}">
                <a16:creationId xmlns:a16="http://schemas.microsoft.com/office/drawing/2014/main" id="{1BA94243-F952-476D-A59C-86725FEB30B4}"/>
              </a:ext>
            </a:extLst>
          </p:cNvPr>
          <p:cNvSpPr>
            <a:spLocks xmlns:a="http://schemas.openxmlformats.org/drawingml/2006/main" noGrp="1"/>
          </p:cNvSpPr>
          <p:nvPr/>
        </p:nvSpPr>
        <p:spPr>
          <a:xfrm xmlns:a="http://schemas.openxmlformats.org/drawingml/2006/main">
            <a:off x="8229600" y="2981325"/>
            <a:ext cx="3238500" cy="1066800"/>
          </a:xfrm>
          <a:prstGeom xmlns:a="http://schemas.openxmlformats.org/drawingml/2006/main" prst="roundRect">
            <a:avLst>
              <a:gd name="adj" fmla="val 14286"/>
            </a:avLst>
          </a:prstGeom>
          <a:solidFill xmlns:a="http://schemas.openxmlformats.org/drawingml/2006/main">
            <a:srgbClr val="F4F8F7"/>
          </a:solidFill>
          <a:ln xmlns:a="http://schemas.openxmlformats.org/drawingml/2006/main" w="0">
            <a:noFill/>
            <a:prstDash val="solid"/>
          </a:ln>
        </p:spPr>
      </p:sp>
      <p:sp>
        <p:nvSpPr>
          <p:cNvPr id="13" name="metric label GCC teams">
            <a:extLst xmlns:a="http://schemas.openxmlformats.org/drawingml/2006/main">
              <a:ext uri="{FF2B5EF4-FFF2-40B4-BE49-F238E27FC236}">
                <a16:creationId xmlns:a16="http://schemas.microsoft.com/office/drawing/2014/main" id="{3C56F9BE-A396-4877-BEB2-B90F8D2D3E7B}"/>
              </a:ext>
            </a:extLst>
          </p:cNvPr>
          <p:cNvSpPr>
            <a:spLocks xmlns:a="http://schemas.openxmlformats.org/drawingml/2006/main" noGrp="1"/>
          </p:cNvSpPr>
          <p:nvPr/>
        </p:nvSpPr>
        <p:spPr>
          <a:xfrm xmlns:a="http://schemas.openxmlformats.org/drawingml/2006/main">
            <a:off x="8420100" y="315277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825" b="1">
                <a:solidFill>
                  <a:srgbClr val="215052"/>
                </a:solidFill>
                <a:latin typeface="Plus Jakarta Sans"/>
                <a:ea typeface="Plus Jakarta Sans"/>
                <a:cs typeface="Plus Jakarta Sans"/>
              </a:defRPr>
            </a:defPPr>
            <a:lvl1pPr>
              <a:defRPr sz="825" b="1">
                <a:solidFill>
                  <a:srgbClr val="215052"/>
                </a:solidFill>
                <a:latin typeface="Plus Jakarta Sans"/>
                <a:ea typeface="Plus Jakarta Sans"/>
                <a:cs typeface="Plus Jakarta Sans"/>
              </a:defRPr>
            </a:lvl1pPr>
            <a:lvl2pPr>
              <a:defRPr sz="825" b="1">
                <a:solidFill>
                  <a:srgbClr val="215052"/>
                </a:solidFill>
                <a:latin typeface="Plus Jakarta Sans"/>
                <a:ea typeface="Plus Jakarta Sans"/>
                <a:cs typeface="Plus Jakarta Sans"/>
              </a:defRPr>
            </a:lvl2pPr>
            <a:lvl3pPr>
              <a:defRPr sz="825" b="1">
                <a:solidFill>
                  <a:srgbClr val="215052"/>
                </a:solidFill>
                <a:latin typeface="Plus Jakarta Sans"/>
                <a:ea typeface="Plus Jakarta Sans"/>
                <a:cs typeface="Plus Jakarta Sans"/>
              </a:defRPr>
            </a:lvl3pPr>
            <a:lvl4pPr>
              <a:defRPr sz="825" b="1">
                <a:solidFill>
                  <a:srgbClr val="215052"/>
                </a:solidFill>
                <a:latin typeface="Plus Jakarta Sans"/>
                <a:ea typeface="Plus Jakarta Sans"/>
                <a:cs typeface="Plus Jakarta Sans"/>
              </a:defRPr>
            </a:lvl4pPr>
            <a:lvl5pPr>
              <a:defRPr sz="825" b="1">
                <a:solidFill>
                  <a:srgbClr val="215052"/>
                </a:solidFill>
                <a:latin typeface="Plus Jakarta Sans"/>
                <a:ea typeface="Plus Jakarta Sans"/>
                <a:cs typeface="Plus Jakarta Sans"/>
              </a:defRPr>
            </a:lvl5pPr>
            <a:lvl6pPr>
              <a:defRPr sz="825" b="1">
                <a:solidFill>
                  <a:srgbClr val="215052"/>
                </a:solidFill>
                <a:latin typeface="Plus Jakarta Sans"/>
                <a:ea typeface="Plus Jakarta Sans"/>
                <a:cs typeface="Plus Jakarta Sans"/>
              </a:defRPr>
            </a:lvl6pPr>
            <a:lvl7pPr>
              <a:defRPr sz="825" b="1">
                <a:solidFill>
                  <a:srgbClr val="215052"/>
                </a:solidFill>
                <a:latin typeface="Plus Jakarta Sans"/>
                <a:ea typeface="Plus Jakarta Sans"/>
                <a:cs typeface="Plus Jakarta Sans"/>
              </a:defRPr>
            </a:lvl7pPr>
            <a:lvl8pPr>
              <a:defRPr sz="825" b="1">
                <a:solidFill>
                  <a:srgbClr val="215052"/>
                </a:solidFill>
                <a:latin typeface="Plus Jakarta Sans"/>
                <a:ea typeface="Plus Jakarta Sans"/>
                <a:cs typeface="Plus Jakarta Sans"/>
              </a:defRPr>
            </a:lvl8pPr>
            <a:lvl9pPr>
              <a:defRPr sz="825" b="1">
                <a:solidFill>
                  <a:srgbClr val="215052"/>
                </a:solidFill>
                <a:latin typeface="Plus Jakarta Sans"/>
                <a:ea typeface="Plus Jakarta Sans"/>
                <a:cs typeface="Plus Jakarta Sans"/>
              </a:defRPr>
            </a:lvl9pPr>
          </a:lstStyle>
          <a:p xmlns:a="http://schemas.openxmlformats.org/drawingml/2006/main">
            <a:pPr>
              <a:defRPr sz="825" b="1">
                <a:solidFill>
                  <a:srgbClr val="215052"/>
                </a:solidFill>
                <a:latin typeface="Plus Jakarta Sans"/>
                <a:ea typeface="Plus Jakarta Sans"/>
                <a:cs typeface="Plus Jakarta Sans"/>
              </a:defRPr>
            </a:pPr>
            <a:r>
              <a:rPr sz="825" b="1">
                <a:solidFill>
                  <a:srgbClr val="215052"/>
                </a:solidFill>
                <a:latin typeface="Plus Jakarta Sans"/>
                <a:ea typeface="Plus Jakarta Sans"/>
                <a:cs typeface="Plus Jakarta Sans"/>
              </a:rPr>
              <a:t>GCC TEAMS</a:t>
            </a:r>
          </a:p>
        </p:txBody>
      </p:sp>
      <p:sp>
        <p:nvSpPr>
          <p:cNvPr id="14" name="metric value GCC teams">
            <a:extLst xmlns:a="http://schemas.openxmlformats.org/drawingml/2006/main">
              <a:ext uri="{FF2B5EF4-FFF2-40B4-BE49-F238E27FC236}">
                <a16:creationId xmlns:a16="http://schemas.microsoft.com/office/drawing/2014/main" id="{BC48E530-CF69-45A6-BE32-CA41BAB90BF5}"/>
              </a:ext>
            </a:extLst>
          </p:cNvPr>
          <p:cNvSpPr>
            <a:spLocks xmlns:a="http://schemas.openxmlformats.org/drawingml/2006/main" noGrp="1"/>
          </p:cNvSpPr>
          <p:nvPr/>
        </p:nvSpPr>
        <p:spPr>
          <a:xfrm xmlns:a="http://schemas.openxmlformats.org/drawingml/2006/main">
            <a:off x="8420100" y="3448050"/>
            <a:ext cx="285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625" b="1">
                <a:solidFill>
                  <a:srgbClr val="215052"/>
                </a:solidFill>
                <a:latin typeface="Plus Jakarta Sans"/>
                <a:ea typeface="Plus Jakarta Sans"/>
                <a:cs typeface="Plus Jakarta Sans"/>
              </a:defRPr>
            </a:defPPr>
            <a:lvl1pPr>
              <a:defRPr sz="2625" b="1">
                <a:solidFill>
                  <a:srgbClr val="215052"/>
                </a:solidFill>
                <a:latin typeface="Plus Jakarta Sans"/>
                <a:ea typeface="Plus Jakarta Sans"/>
                <a:cs typeface="Plus Jakarta Sans"/>
              </a:defRPr>
            </a:lvl1pPr>
            <a:lvl2pPr>
              <a:defRPr sz="2625" b="1">
                <a:solidFill>
                  <a:srgbClr val="215052"/>
                </a:solidFill>
                <a:latin typeface="Plus Jakarta Sans"/>
                <a:ea typeface="Plus Jakarta Sans"/>
                <a:cs typeface="Plus Jakarta Sans"/>
              </a:defRPr>
            </a:lvl2pPr>
            <a:lvl3pPr>
              <a:defRPr sz="2625" b="1">
                <a:solidFill>
                  <a:srgbClr val="215052"/>
                </a:solidFill>
                <a:latin typeface="Plus Jakarta Sans"/>
                <a:ea typeface="Plus Jakarta Sans"/>
                <a:cs typeface="Plus Jakarta Sans"/>
              </a:defRPr>
            </a:lvl3pPr>
            <a:lvl4pPr>
              <a:defRPr sz="2625" b="1">
                <a:solidFill>
                  <a:srgbClr val="215052"/>
                </a:solidFill>
                <a:latin typeface="Plus Jakarta Sans"/>
                <a:ea typeface="Plus Jakarta Sans"/>
                <a:cs typeface="Plus Jakarta Sans"/>
              </a:defRPr>
            </a:lvl4pPr>
            <a:lvl5pPr>
              <a:defRPr sz="2625" b="1">
                <a:solidFill>
                  <a:srgbClr val="215052"/>
                </a:solidFill>
                <a:latin typeface="Plus Jakarta Sans"/>
                <a:ea typeface="Plus Jakarta Sans"/>
                <a:cs typeface="Plus Jakarta Sans"/>
              </a:defRPr>
            </a:lvl5pPr>
            <a:lvl6pPr>
              <a:defRPr sz="2625" b="1">
                <a:solidFill>
                  <a:srgbClr val="215052"/>
                </a:solidFill>
                <a:latin typeface="Plus Jakarta Sans"/>
                <a:ea typeface="Plus Jakarta Sans"/>
                <a:cs typeface="Plus Jakarta Sans"/>
              </a:defRPr>
            </a:lvl6pPr>
            <a:lvl7pPr>
              <a:defRPr sz="2625" b="1">
                <a:solidFill>
                  <a:srgbClr val="215052"/>
                </a:solidFill>
                <a:latin typeface="Plus Jakarta Sans"/>
                <a:ea typeface="Plus Jakarta Sans"/>
                <a:cs typeface="Plus Jakarta Sans"/>
              </a:defRPr>
            </a:lvl7pPr>
            <a:lvl8pPr>
              <a:defRPr sz="2625" b="1">
                <a:solidFill>
                  <a:srgbClr val="215052"/>
                </a:solidFill>
                <a:latin typeface="Plus Jakarta Sans"/>
                <a:ea typeface="Plus Jakarta Sans"/>
                <a:cs typeface="Plus Jakarta Sans"/>
              </a:defRPr>
            </a:lvl8pPr>
            <a:lvl9pPr>
              <a:defRPr sz="2625" b="1">
                <a:solidFill>
                  <a:srgbClr val="215052"/>
                </a:solidFill>
                <a:latin typeface="Plus Jakarta Sans"/>
                <a:ea typeface="Plus Jakarta Sans"/>
                <a:cs typeface="Plus Jakarta Sans"/>
              </a:defRPr>
            </a:lvl9pPr>
          </a:lstStyle>
          <a:p xmlns:a="http://schemas.openxmlformats.org/drawingml/2006/main">
            <a:pPr>
              <a:defRPr sz="2625" b="1">
                <a:solidFill>
                  <a:srgbClr val="215052"/>
                </a:solidFill>
                <a:latin typeface="Plus Jakarta Sans"/>
                <a:ea typeface="Plus Jakarta Sans"/>
                <a:cs typeface="Plus Jakarta Sans"/>
              </a:defRPr>
            </a:pPr>
            <a:r>
              <a:rPr sz="2625" b="1">
                <a:solidFill>
                  <a:srgbClr val="215052"/>
                </a:solidFill>
                <a:latin typeface="Plus Jakarta Sans"/>
                <a:ea typeface="Plus Jakarta Sans"/>
                <a:cs typeface="Plus Jakarta Sans"/>
              </a:rPr>
              <a:t>8</a:t>
            </a:r>
          </a:p>
        </p:txBody>
      </p:sp>
      <p:sp>
        <p:nvSpPr>
          <p:cNvPr id="15" name="metric Data and AI sessions">
            <a:extLst xmlns:a="http://schemas.openxmlformats.org/drawingml/2006/main">
              <a:ext uri="{FF2B5EF4-FFF2-40B4-BE49-F238E27FC236}">
                <a16:creationId xmlns:a16="http://schemas.microsoft.com/office/drawing/2014/main" id="{884DEF36-C80E-4BFB-A21A-E1226878C3DB}"/>
              </a:ext>
            </a:extLst>
          </p:cNvPr>
          <p:cNvSpPr>
            <a:spLocks xmlns:a="http://schemas.openxmlformats.org/drawingml/2006/main" noGrp="1"/>
          </p:cNvSpPr>
          <p:nvPr/>
        </p:nvSpPr>
        <p:spPr>
          <a:xfrm xmlns:a="http://schemas.openxmlformats.org/drawingml/2006/main">
            <a:off x="723900" y="4210050"/>
            <a:ext cx="3238500" cy="1066800"/>
          </a:xfrm>
          <a:prstGeom xmlns:a="http://schemas.openxmlformats.org/drawingml/2006/main" prst="roundRect">
            <a:avLst>
              <a:gd name="adj" fmla="val 14286"/>
            </a:avLst>
          </a:prstGeom>
          <a:solidFill xmlns:a="http://schemas.openxmlformats.org/drawingml/2006/main">
            <a:srgbClr val="F4F8F7"/>
          </a:solidFill>
          <a:ln xmlns:a="http://schemas.openxmlformats.org/drawingml/2006/main" w="0">
            <a:noFill/>
            <a:prstDash val="solid"/>
          </a:ln>
        </p:spPr>
      </p:sp>
      <p:sp>
        <p:nvSpPr>
          <p:cNvPr id="16" name="metric label Data and AI sessions">
            <a:extLst xmlns:a="http://schemas.openxmlformats.org/drawingml/2006/main">
              <a:ext uri="{FF2B5EF4-FFF2-40B4-BE49-F238E27FC236}">
                <a16:creationId xmlns:a16="http://schemas.microsoft.com/office/drawing/2014/main" id="{C575238B-0B9E-4D18-A088-9C5EE9370E18}"/>
              </a:ext>
            </a:extLst>
          </p:cNvPr>
          <p:cNvSpPr>
            <a:spLocks xmlns:a="http://schemas.openxmlformats.org/drawingml/2006/main" noGrp="1"/>
          </p:cNvSpPr>
          <p:nvPr/>
        </p:nvSpPr>
        <p:spPr>
          <a:xfrm xmlns:a="http://schemas.openxmlformats.org/drawingml/2006/main">
            <a:off x="914400" y="43815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825" b="1">
                <a:solidFill>
                  <a:srgbClr val="215052"/>
                </a:solidFill>
                <a:latin typeface="Plus Jakarta Sans"/>
                <a:ea typeface="Plus Jakarta Sans"/>
                <a:cs typeface="Plus Jakarta Sans"/>
              </a:defRPr>
            </a:defPPr>
            <a:lvl1pPr>
              <a:defRPr sz="825" b="1">
                <a:solidFill>
                  <a:srgbClr val="215052"/>
                </a:solidFill>
                <a:latin typeface="Plus Jakarta Sans"/>
                <a:ea typeface="Plus Jakarta Sans"/>
                <a:cs typeface="Plus Jakarta Sans"/>
              </a:defRPr>
            </a:lvl1pPr>
            <a:lvl2pPr>
              <a:defRPr sz="825" b="1">
                <a:solidFill>
                  <a:srgbClr val="215052"/>
                </a:solidFill>
                <a:latin typeface="Plus Jakarta Sans"/>
                <a:ea typeface="Plus Jakarta Sans"/>
                <a:cs typeface="Plus Jakarta Sans"/>
              </a:defRPr>
            </a:lvl2pPr>
            <a:lvl3pPr>
              <a:defRPr sz="825" b="1">
                <a:solidFill>
                  <a:srgbClr val="215052"/>
                </a:solidFill>
                <a:latin typeface="Plus Jakarta Sans"/>
                <a:ea typeface="Plus Jakarta Sans"/>
                <a:cs typeface="Plus Jakarta Sans"/>
              </a:defRPr>
            </a:lvl3pPr>
            <a:lvl4pPr>
              <a:defRPr sz="825" b="1">
                <a:solidFill>
                  <a:srgbClr val="215052"/>
                </a:solidFill>
                <a:latin typeface="Plus Jakarta Sans"/>
                <a:ea typeface="Plus Jakarta Sans"/>
                <a:cs typeface="Plus Jakarta Sans"/>
              </a:defRPr>
            </a:lvl4pPr>
            <a:lvl5pPr>
              <a:defRPr sz="825" b="1">
                <a:solidFill>
                  <a:srgbClr val="215052"/>
                </a:solidFill>
                <a:latin typeface="Plus Jakarta Sans"/>
                <a:ea typeface="Plus Jakarta Sans"/>
                <a:cs typeface="Plus Jakarta Sans"/>
              </a:defRPr>
            </a:lvl5pPr>
            <a:lvl6pPr>
              <a:defRPr sz="825" b="1">
                <a:solidFill>
                  <a:srgbClr val="215052"/>
                </a:solidFill>
                <a:latin typeface="Plus Jakarta Sans"/>
                <a:ea typeface="Plus Jakarta Sans"/>
                <a:cs typeface="Plus Jakarta Sans"/>
              </a:defRPr>
            </a:lvl6pPr>
            <a:lvl7pPr>
              <a:defRPr sz="825" b="1">
                <a:solidFill>
                  <a:srgbClr val="215052"/>
                </a:solidFill>
                <a:latin typeface="Plus Jakarta Sans"/>
                <a:ea typeface="Plus Jakarta Sans"/>
                <a:cs typeface="Plus Jakarta Sans"/>
              </a:defRPr>
            </a:lvl7pPr>
            <a:lvl8pPr>
              <a:defRPr sz="825" b="1">
                <a:solidFill>
                  <a:srgbClr val="215052"/>
                </a:solidFill>
                <a:latin typeface="Plus Jakarta Sans"/>
                <a:ea typeface="Plus Jakarta Sans"/>
                <a:cs typeface="Plus Jakarta Sans"/>
              </a:defRPr>
            </a:lvl8pPr>
            <a:lvl9pPr>
              <a:defRPr sz="825" b="1">
                <a:solidFill>
                  <a:srgbClr val="215052"/>
                </a:solidFill>
                <a:latin typeface="Plus Jakarta Sans"/>
                <a:ea typeface="Plus Jakarta Sans"/>
                <a:cs typeface="Plus Jakarta Sans"/>
              </a:defRPr>
            </a:lvl9pPr>
          </a:lstStyle>
          <a:p xmlns:a="http://schemas.openxmlformats.org/drawingml/2006/main">
            <a:pPr>
              <a:defRPr sz="825" b="1">
                <a:solidFill>
                  <a:srgbClr val="215052"/>
                </a:solidFill>
                <a:latin typeface="Plus Jakarta Sans"/>
                <a:ea typeface="Plus Jakarta Sans"/>
                <a:cs typeface="Plus Jakarta Sans"/>
              </a:defRPr>
            </a:pPr>
            <a:r>
              <a:rPr sz="825" b="1">
                <a:solidFill>
                  <a:srgbClr val="215052"/>
                </a:solidFill>
                <a:latin typeface="Plus Jakarta Sans"/>
                <a:ea typeface="Plus Jakarta Sans"/>
                <a:cs typeface="Plus Jakarta Sans"/>
              </a:rPr>
              <a:t>DATA AND AI SESSIONS</a:t>
            </a:r>
          </a:p>
        </p:txBody>
      </p:sp>
      <p:sp>
        <p:nvSpPr>
          <p:cNvPr id="17" name="metric value Data and AI sessions">
            <a:extLst xmlns:a="http://schemas.openxmlformats.org/drawingml/2006/main">
              <a:ext uri="{FF2B5EF4-FFF2-40B4-BE49-F238E27FC236}">
                <a16:creationId xmlns:a16="http://schemas.microsoft.com/office/drawing/2014/main" id="{9991D25A-975C-418A-A84C-DD17D88C2BD8}"/>
              </a:ext>
            </a:extLst>
          </p:cNvPr>
          <p:cNvSpPr>
            <a:spLocks xmlns:a="http://schemas.openxmlformats.org/drawingml/2006/main" noGrp="1"/>
          </p:cNvSpPr>
          <p:nvPr/>
        </p:nvSpPr>
        <p:spPr>
          <a:xfrm xmlns:a="http://schemas.openxmlformats.org/drawingml/2006/main">
            <a:off x="914400" y="4676775"/>
            <a:ext cx="285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625" b="1">
                <a:solidFill>
                  <a:srgbClr val="215052"/>
                </a:solidFill>
                <a:latin typeface="Plus Jakarta Sans"/>
                <a:ea typeface="Plus Jakarta Sans"/>
                <a:cs typeface="Plus Jakarta Sans"/>
              </a:defRPr>
            </a:defPPr>
            <a:lvl1pPr>
              <a:defRPr sz="2625" b="1">
                <a:solidFill>
                  <a:srgbClr val="215052"/>
                </a:solidFill>
                <a:latin typeface="Plus Jakarta Sans"/>
                <a:ea typeface="Plus Jakarta Sans"/>
                <a:cs typeface="Plus Jakarta Sans"/>
              </a:defRPr>
            </a:lvl1pPr>
            <a:lvl2pPr>
              <a:defRPr sz="2625" b="1">
                <a:solidFill>
                  <a:srgbClr val="215052"/>
                </a:solidFill>
                <a:latin typeface="Plus Jakarta Sans"/>
                <a:ea typeface="Plus Jakarta Sans"/>
                <a:cs typeface="Plus Jakarta Sans"/>
              </a:defRPr>
            </a:lvl2pPr>
            <a:lvl3pPr>
              <a:defRPr sz="2625" b="1">
                <a:solidFill>
                  <a:srgbClr val="215052"/>
                </a:solidFill>
                <a:latin typeface="Plus Jakarta Sans"/>
                <a:ea typeface="Plus Jakarta Sans"/>
                <a:cs typeface="Plus Jakarta Sans"/>
              </a:defRPr>
            </a:lvl3pPr>
            <a:lvl4pPr>
              <a:defRPr sz="2625" b="1">
                <a:solidFill>
                  <a:srgbClr val="215052"/>
                </a:solidFill>
                <a:latin typeface="Plus Jakarta Sans"/>
                <a:ea typeface="Plus Jakarta Sans"/>
                <a:cs typeface="Plus Jakarta Sans"/>
              </a:defRPr>
            </a:lvl4pPr>
            <a:lvl5pPr>
              <a:defRPr sz="2625" b="1">
                <a:solidFill>
                  <a:srgbClr val="215052"/>
                </a:solidFill>
                <a:latin typeface="Plus Jakarta Sans"/>
                <a:ea typeface="Plus Jakarta Sans"/>
                <a:cs typeface="Plus Jakarta Sans"/>
              </a:defRPr>
            </a:lvl5pPr>
            <a:lvl6pPr>
              <a:defRPr sz="2625" b="1">
                <a:solidFill>
                  <a:srgbClr val="215052"/>
                </a:solidFill>
                <a:latin typeface="Plus Jakarta Sans"/>
                <a:ea typeface="Plus Jakarta Sans"/>
                <a:cs typeface="Plus Jakarta Sans"/>
              </a:defRPr>
            </a:lvl6pPr>
            <a:lvl7pPr>
              <a:defRPr sz="2625" b="1">
                <a:solidFill>
                  <a:srgbClr val="215052"/>
                </a:solidFill>
                <a:latin typeface="Plus Jakarta Sans"/>
                <a:ea typeface="Plus Jakarta Sans"/>
                <a:cs typeface="Plus Jakarta Sans"/>
              </a:defRPr>
            </a:lvl7pPr>
            <a:lvl8pPr>
              <a:defRPr sz="2625" b="1">
                <a:solidFill>
                  <a:srgbClr val="215052"/>
                </a:solidFill>
                <a:latin typeface="Plus Jakarta Sans"/>
                <a:ea typeface="Plus Jakarta Sans"/>
                <a:cs typeface="Plus Jakarta Sans"/>
              </a:defRPr>
            </a:lvl8pPr>
            <a:lvl9pPr>
              <a:defRPr sz="2625" b="1">
                <a:solidFill>
                  <a:srgbClr val="215052"/>
                </a:solidFill>
                <a:latin typeface="Plus Jakarta Sans"/>
                <a:ea typeface="Plus Jakarta Sans"/>
                <a:cs typeface="Plus Jakarta Sans"/>
              </a:defRPr>
            </a:lvl9pPr>
          </a:lstStyle>
          <a:p xmlns:a="http://schemas.openxmlformats.org/drawingml/2006/main">
            <a:pPr>
              <a:defRPr sz="2625" b="1">
                <a:solidFill>
                  <a:srgbClr val="215052"/>
                </a:solidFill>
                <a:latin typeface="Plus Jakarta Sans"/>
                <a:ea typeface="Plus Jakarta Sans"/>
                <a:cs typeface="Plus Jakarta Sans"/>
              </a:defRPr>
            </a:pPr>
            <a:r>
              <a:rPr sz="2625" b="1">
                <a:solidFill>
                  <a:srgbClr val="215052"/>
                </a:solidFill>
                <a:latin typeface="Plus Jakarta Sans"/>
                <a:ea typeface="Plus Jakarta Sans"/>
                <a:cs typeface="Plus Jakarta Sans"/>
              </a:rPr>
              <a:t>4</a:t>
            </a:r>
          </a:p>
        </p:txBody>
      </p:sp>
      <p:sp>
        <p:nvSpPr>
          <p:cNvPr id="18" name="metric Yearly R&amp;R">
            <a:extLst xmlns:a="http://schemas.openxmlformats.org/drawingml/2006/main">
              <a:ext uri="{FF2B5EF4-FFF2-40B4-BE49-F238E27FC236}">
                <a16:creationId xmlns:a16="http://schemas.microsoft.com/office/drawing/2014/main" id="{6A1EA989-1575-4AD9-AFF9-2BC31EA5FA9A}"/>
              </a:ext>
            </a:extLst>
          </p:cNvPr>
          <p:cNvSpPr>
            <a:spLocks xmlns:a="http://schemas.openxmlformats.org/drawingml/2006/main" noGrp="1"/>
          </p:cNvSpPr>
          <p:nvPr/>
        </p:nvSpPr>
        <p:spPr>
          <a:xfrm xmlns:a="http://schemas.openxmlformats.org/drawingml/2006/main">
            <a:off x="4476750" y="4210050"/>
            <a:ext cx="3238500" cy="1066800"/>
          </a:xfrm>
          <a:prstGeom xmlns:a="http://schemas.openxmlformats.org/drawingml/2006/main" prst="roundRect">
            <a:avLst>
              <a:gd name="adj" fmla="val 14286"/>
            </a:avLst>
          </a:prstGeom>
          <a:solidFill xmlns:a="http://schemas.openxmlformats.org/drawingml/2006/main">
            <a:srgbClr val="F4F8F7"/>
          </a:solidFill>
          <a:ln xmlns:a="http://schemas.openxmlformats.org/drawingml/2006/main" w="0">
            <a:noFill/>
            <a:prstDash val="solid"/>
          </a:ln>
        </p:spPr>
      </p:sp>
      <p:sp>
        <p:nvSpPr>
          <p:cNvPr id="19" name="metric label Yearly R&amp;R">
            <a:extLst xmlns:a="http://schemas.openxmlformats.org/drawingml/2006/main">
              <a:ext uri="{FF2B5EF4-FFF2-40B4-BE49-F238E27FC236}">
                <a16:creationId xmlns:a16="http://schemas.microsoft.com/office/drawing/2014/main" id="{50BEF8CF-E18F-4BE5-B1EB-0470BABE28A3}"/>
              </a:ext>
            </a:extLst>
          </p:cNvPr>
          <p:cNvSpPr>
            <a:spLocks xmlns:a="http://schemas.openxmlformats.org/drawingml/2006/main" noGrp="1"/>
          </p:cNvSpPr>
          <p:nvPr/>
        </p:nvSpPr>
        <p:spPr>
          <a:xfrm xmlns:a="http://schemas.openxmlformats.org/drawingml/2006/main">
            <a:off x="4667250" y="43815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825" b="1">
                <a:solidFill>
                  <a:srgbClr val="215052"/>
                </a:solidFill>
                <a:latin typeface="Plus Jakarta Sans"/>
                <a:ea typeface="Plus Jakarta Sans"/>
                <a:cs typeface="Plus Jakarta Sans"/>
              </a:defRPr>
            </a:defPPr>
            <a:lvl1pPr>
              <a:defRPr sz="825" b="1">
                <a:solidFill>
                  <a:srgbClr val="215052"/>
                </a:solidFill>
                <a:latin typeface="Plus Jakarta Sans"/>
                <a:ea typeface="Plus Jakarta Sans"/>
                <a:cs typeface="Plus Jakarta Sans"/>
              </a:defRPr>
            </a:lvl1pPr>
            <a:lvl2pPr>
              <a:defRPr sz="825" b="1">
                <a:solidFill>
                  <a:srgbClr val="215052"/>
                </a:solidFill>
                <a:latin typeface="Plus Jakarta Sans"/>
                <a:ea typeface="Plus Jakarta Sans"/>
                <a:cs typeface="Plus Jakarta Sans"/>
              </a:defRPr>
            </a:lvl2pPr>
            <a:lvl3pPr>
              <a:defRPr sz="825" b="1">
                <a:solidFill>
                  <a:srgbClr val="215052"/>
                </a:solidFill>
                <a:latin typeface="Plus Jakarta Sans"/>
                <a:ea typeface="Plus Jakarta Sans"/>
                <a:cs typeface="Plus Jakarta Sans"/>
              </a:defRPr>
            </a:lvl3pPr>
            <a:lvl4pPr>
              <a:defRPr sz="825" b="1">
                <a:solidFill>
                  <a:srgbClr val="215052"/>
                </a:solidFill>
                <a:latin typeface="Plus Jakarta Sans"/>
                <a:ea typeface="Plus Jakarta Sans"/>
                <a:cs typeface="Plus Jakarta Sans"/>
              </a:defRPr>
            </a:lvl4pPr>
            <a:lvl5pPr>
              <a:defRPr sz="825" b="1">
                <a:solidFill>
                  <a:srgbClr val="215052"/>
                </a:solidFill>
                <a:latin typeface="Plus Jakarta Sans"/>
                <a:ea typeface="Plus Jakarta Sans"/>
                <a:cs typeface="Plus Jakarta Sans"/>
              </a:defRPr>
            </a:lvl5pPr>
            <a:lvl6pPr>
              <a:defRPr sz="825" b="1">
                <a:solidFill>
                  <a:srgbClr val="215052"/>
                </a:solidFill>
                <a:latin typeface="Plus Jakarta Sans"/>
                <a:ea typeface="Plus Jakarta Sans"/>
                <a:cs typeface="Plus Jakarta Sans"/>
              </a:defRPr>
            </a:lvl6pPr>
            <a:lvl7pPr>
              <a:defRPr sz="825" b="1">
                <a:solidFill>
                  <a:srgbClr val="215052"/>
                </a:solidFill>
                <a:latin typeface="Plus Jakarta Sans"/>
                <a:ea typeface="Plus Jakarta Sans"/>
                <a:cs typeface="Plus Jakarta Sans"/>
              </a:defRPr>
            </a:lvl7pPr>
            <a:lvl8pPr>
              <a:defRPr sz="825" b="1">
                <a:solidFill>
                  <a:srgbClr val="215052"/>
                </a:solidFill>
                <a:latin typeface="Plus Jakarta Sans"/>
                <a:ea typeface="Plus Jakarta Sans"/>
                <a:cs typeface="Plus Jakarta Sans"/>
              </a:defRPr>
            </a:lvl8pPr>
            <a:lvl9pPr>
              <a:defRPr sz="825" b="1">
                <a:solidFill>
                  <a:srgbClr val="215052"/>
                </a:solidFill>
                <a:latin typeface="Plus Jakarta Sans"/>
                <a:ea typeface="Plus Jakarta Sans"/>
                <a:cs typeface="Plus Jakarta Sans"/>
              </a:defRPr>
            </a:lvl9pPr>
          </a:lstStyle>
          <a:p xmlns:a="http://schemas.openxmlformats.org/drawingml/2006/main">
            <a:pPr>
              <a:defRPr sz="825" b="1">
                <a:solidFill>
                  <a:srgbClr val="215052"/>
                </a:solidFill>
                <a:latin typeface="Plus Jakarta Sans"/>
                <a:ea typeface="Plus Jakarta Sans"/>
                <a:cs typeface="Plus Jakarta Sans"/>
              </a:defRPr>
            </a:pPr>
            <a:r>
              <a:rPr sz="825" b="1">
                <a:solidFill>
                  <a:srgbClr val="215052"/>
                </a:solidFill>
                <a:latin typeface="Plus Jakarta Sans"/>
                <a:ea typeface="Plus Jakarta Sans"/>
                <a:cs typeface="Plus Jakarta Sans"/>
              </a:rPr>
              <a:t>YEARLY R&amp;R</a:t>
            </a:r>
          </a:p>
        </p:txBody>
      </p:sp>
      <p:sp>
        <p:nvSpPr>
          <p:cNvPr id="20" name="metric value Yearly R&amp;R">
            <a:extLst xmlns:a="http://schemas.openxmlformats.org/drawingml/2006/main">
              <a:ext uri="{FF2B5EF4-FFF2-40B4-BE49-F238E27FC236}">
                <a16:creationId xmlns:a16="http://schemas.microsoft.com/office/drawing/2014/main" id="{BDFF2CCC-E317-4094-A031-7D5FB90A4FE6}"/>
              </a:ext>
            </a:extLst>
          </p:cNvPr>
          <p:cNvSpPr>
            <a:spLocks xmlns:a="http://schemas.openxmlformats.org/drawingml/2006/main" noGrp="1"/>
          </p:cNvSpPr>
          <p:nvPr/>
        </p:nvSpPr>
        <p:spPr>
          <a:xfrm xmlns:a="http://schemas.openxmlformats.org/drawingml/2006/main">
            <a:off x="4667250" y="4676775"/>
            <a:ext cx="285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625" b="1">
                <a:solidFill>
                  <a:srgbClr val="215052"/>
                </a:solidFill>
                <a:latin typeface="Plus Jakarta Sans"/>
                <a:ea typeface="Plus Jakarta Sans"/>
                <a:cs typeface="Plus Jakarta Sans"/>
              </a:defRPr>
            </a:defPPr>
            <a:lvl1pPr>
              <a:defRPr sz="2625" b="1">
                <a:solidFill>
                  <a:srgbClr val="215052"/>
                </a:solidFill>
                <a:latin typeface="Plus Jakarta Sans"/>
                <a:ea typeface="Plus Jakarta Sans"/>
                <a:cs typeface="Plus Jakarta Sans"/>
              </a:defRPr>
            </a:lvl1pPr>
            <a:lvl2pPr>
              <a:defRPr sz="2625" b="1">
                <a:solidFill>
                  <a:srgbClr val="215052"/>
                </a:solidFill>
                <a:latin typeface="Plus Jakarta Sans"/>
                <a:ea typeface="Plus Jakarta Sans"/>
                <a:cs typeface="Plus Jakarta Sans"/>
              </a:defRPr>
            </a:lvl2pPr>
            <a:lvl3pPr>
              <a:defRPr sz="2625" b="1">
                <a:solidFill>
                  <a:srgbClr val="215052"/>
                </a:solidFill>
                <a:latin typeface="Plus Jakarta Sans"/>
                <a:ea typeface="Plus Jakarta Sans"/>
                <a:cs typeface="Plus Jakarta Sans"/>
              </a:defRPr>
            </a:lvl3pPr>
            <a:lvl4pPr>
              <a:defRPr sz="2625" b="1">
                <a:solidFill>
                  <a:srgbClr val="215052"/>
                </a:solidFill>
                <a:latin typeface="Plus Jakarta Sans"/>
                <a:ea typeface="Plus Jakarta Sans"/>
                <a:cs typeface="Plus Jakarta Sans"/>
              </a:defRPr>
            </a:lvl4pPr>
            <a:lvl5pPr>
              <a:defRPr sz="2625" b="1">
                <a:solidFill>
                  <a:srgbClr val="215052"/>
                </a:solidFill>
                <a:latin typeface="Plus Jakarta Sans"/>
                <a:ea typeface="Plus Jakarta Sans"/>
                <a:cs typeface="Plus Jakarta Sans"/>
              </a:defRPr>
            </a:lvl5pPr>
            <a:lvl6pPr>
              <a:defRPr sz="2625" b="1">
                <a:solidFill>
                  <a:srgbClr val="215052"/>
                </a:solidFill>
                <a:latin typeface="Plus Jakarta Sans"/>
                <a:ea typeface="Plus Jakarta Sans"/>
                <a:cs typeface="Plus Jakarta Sans"/>
              </a:defRPr>
            </a:lvl6pPr>
            <a:lvl7pPr>
              <a:defRPr sz="2625" b="1">
                <a:solidFill>
                  <a:srgbClr val="215052"/>
                </a:solidFill>
                <a:latin typeface="Plus Jakarta Sans"/>
                <a:ea typeface="Plus Jakarta Sans"/>
                <a:cs typeface="Plus Jakarta Sans"/>
              </a:defRPr>
            </a:lvl7pPr>
            <a:lvl8pPr>
              <a:defRPr sz="2625" b="1">
                <a:solidFill>
                  <a:srgbClr val="215052"/>
                </a:solidFill>
                <a:latin typeface="Plus Jakarta Sans"/>
                <a:ea typeface="Plus Jakarta Sans"/>
                <a:cs typeface="Plus Jakarta Sans"/>
              </a:defRPr>
            </a:lvl8pPr>
            <a:lvl9pPr>
              <a:defRPr sz="2625" b="1">
                <a:solidFill>
                  <a:srgbClr val="215052"/>
                </a:solidFill>
                <a:latin typeface="Plus Jakarta Sans"/>
                <a:ea typeface="Plus Jakarta Sans"/>
                <a:cs typeface="Plus Jakarta Sans"/>
              </a:defRPr>
            </a:lvl9pPr>
          </a:lstStyle>
          <a:p xmlns:a="http://schemas.openxmlformats.org/drawingml/2006/main">
            <a:pPr>
              <a:defRPr sz="2625" b="1">
                <a:solidFill>
                  <a:srgbClr val="215052"/>
                </a:solidFill>
                <a:latin typeface="Plus Jakarta Sans"/>
                <a:ea typeface="Plus Jakarta Sans"/>
                <a:cs typeface="Plus Jakarta Sans"/>
              </a:defRPr>
            </a:pPr>
            <a:r>
              <a:rPr sz="2625" b="1">
                <a:solidFill>
                  <a:srgbClr val="215052"/>
                </a:solidFill>
                <a:latin typeface="Plus Jakarta Sans"/>
                <a:ea typeface="Plus Jakarta Sans"/>
                <a:cs typeface="Plus Jakarta Sans"/>
              </a:rPr>
              <a:t>12</a:t>
            </a:r>
          </a:p>
        </p:txBody>
      </p:sp>
      <p:sp>
        <p:nvSpPr>
          <p:cNvPr id="21" name="metric Śrī volunteer activity">
            <a:extLst xmlns:a="http://schemas.openxmlformats.org/drawingml/2006/main">
              <a:ext uri="{FF2B5EF4-FFF2-40B4-BE49-F238E27FC236}">
                <a16:creationId xmlns:a16="http://schemas.microsoft.com/office/drawing/2014/main" id="{70D4F640-E7B5-4FB2-BB03-FD48A7129E3B}"/>
              </a:ext>
            </a:extLst>
          </p:cNvPr>
          <p:cNvSpPr>
            <a:spLocks xmlns:a="http://schemas.openxmlformats.org/drawingml/2006/main" noGrp="1"/>
          </p:cNvSpPr>
          <p:nvPr/>
        </p:nvSpPr>
        <p:spPr>
          <a:xfrm xmlns:a="http://schemas.openxmlformats.org/drawingml/2006/main">
            <a:off x="8229600" y="4210050"/>
            <a:ext cx="3238500" cy="1066800"/>
          </a:xfrm>
          <a:prstGeom xmlns:a="http://schemas.openxmlformats.org/drawingml/2006/main" prst="roundRect">
            <a:avLst>
              <a:gd name="adj" fmla="val 14286"/>
            </a:avLst>
          </a:prstGeom>
          <a:solidFill xmlns:a="http://schemas.openxmlformats.org/drawingml/2006/main">
            <a:srgbClr val="F4F8F7"/>
          </a:solidFill>
          <a:ln xmlns:a="http://schemas.openxmlformats.org/drawingml/2006/main" w="0">
            <a:noFill/>
            <a:prstDash val="solid"/>
          </a:ln>
        </p:spPr>
      </p:sp>
      <p:sp>
        <p:nvSpPr>
          <p:cNvPr id="22" name="metric label Śrī volunteer activity">
            <a:extLst xmlns:a="http://schemas.openxmlformats.org/drawingml/2006/main">
              <a:ext uri="{FF2B5EF4-FFF2-40B4-BE49-F238E27FC236}">
                <a16:creationId xmlns:a16="http://schemas.microsoft.com/office/drawing/2014/main" id="{59A319E6-C63B-405B-8843-8E666E9091A9}"/>
              </a:ext>
            </a:extLst>
          </p:cNvPr>
          <p:cNvSpPr>
            <a:spLocks xmlns:a="http://schemas.openxmlformats.org/drawingml/2006/main" noGrp="1"/>
          </p:cNvSpPr>
          <p:nvPr/>
        </p:nvSpPr>
        <p:spPr>
          <a:xfrm xmlns:a="http://schemas.openxmlformats.org/drawingml/2006/main">
            <a:off x="8420100" y="43815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825" b="1">
                <a:solidFill>
                  <a:srgbClr val="215052"/>
                </a:solidFill>
                <a:latin typeface="Plus Jakarta Sans"/>
                <a:ea typeface="Plus Jakarta Sans"/>
                <a:cs typeface="Plus Jakarta Sans"/>
              </a:defRPr>
            </a:defPPr>
            <a:lvl1pPr>
              <a:defRPr sz="825" b="1">
                <a:solidFill>
                  <a:srgbClr val="215052"/>
                </a:solidFill>
                <a:latin typeface="Plus Jakarta Sans"/>
                <a:ea typeface="Plus Jakarta Sans"/>
                <a:cs typeface="Plus Jakarta Sans"/>
              </a:defRPr>
            </a:lvl1pPr>
            <a:lvl2pPr>
              <a:defRPr sz="825" b="1">
                <a:solidFill>
                  <a:srgbClr val="215052"/>
                </a:solidFill>
                <a:latin typeface="Plus Jakarta Sans"/>
                <a:ea typeface="Plus Jakarta Sans"/>
                <a:cs typeface="Plus Jakarta Sans"/>
              </a:defRPr>
            </a:lvl2pPr>
            <a:lvl3pPr>
              <a:defRPr sz="825" b="1">
                <a:solidFill>
                  <a:srgbClr val="215052"/>
                </a:solidFill>
                <a:latin typeface="Plus Jakarta Sans"/>
                <a:ea typeface="Plus Jakarta Sans"/>
                <a:cs typeface="Plus Jakarta Sans"/>
              </a:defRPr>
            </a:lvl3pPr>
            <a:lvl4pPr>
              <a:defRPr sz="825" b="1">
                <a:solidFill>
                  <a:srgbClr val="215052"/>
                </a:solidFill>
                <a:latin typeface="Plus Jakarta Sans"/>
                <a:ea typeface="Plus Jakarta Sans"/>
                <a:cs typeface="Plus Jakarta Sans"/>
              </a:defRPr>
            </a:lvl4pPr>
            <a:lvl5pPr>
              <a:defRPr sz="825" b="1">
                <a:solidFill>
                  <a:srgbClr val="215052"/>
                </a:solidFill>
                <a:latin typeface="Plus Jakarta Sans"/>
                <a:ea typeface="Plus Jakarta Sans"/>
                <a:cs typeface="Plus Jakarta Sans"/>
              </a:defRPr>
            </a:lvl5pPr>
            <a:lvl6pPr>
              <a:defRPr sz="825" b="1">
                <a:solidFill>
                  <a:srgbClr val="215052"/>
                </a:solidFill>
                <a:latin typeface="Plus Jakarta Sans"/>
                <a:ea typeface="Plus Jakarta Sans"/>
                <a:cs typeface="Plus Jakarta Sans"/>
              </a:defRPr>
            </a:lvl6pPr>
            <a:lvl7pPr>
              <a:defRPr sz="825" b="1">
                <a:solidFill>
                  <a:srgbClr val="215052"/>
                </a:solidFill>
                <a:latin typeface="Plus Jakarta Sans"/>
                <a:ea typeface="Plus Jakarta Sans"/>
                <a:cs typeface="Plus Jakarta Sans"/>
              </a:defRPr>
            </a:lvl7pPr>
            <a:lvl8pPr>
              <a:defRPr sz="825" b="1">
                <a:solidFill>
                  <a:srgbClr val="215052"/>
                </a:solidFill>
                <a:latin typeface="Plus Jakarta Sans"/>
                <a:ea typeface="Plus Jakarta Sans"/>
                <a:cs typeface="Plus Jakarta Sans"/>
              </a:defRPr>
            </a:lvl8pPr>
            <a:lvl9pPr>
              <a:defRPr sz="825" b="1">
                <a:solidFill>
                  <a:srgbClr val="215052"/>
                </a:solidFill>
                <a:latin typeface="Plus Jakarta Sans"/>
                <a:ea typeface="Plus Jakarta Sans"/>
                <a:cs typeface="Plus Jakarta Sans"/>
              </a:defRPr>
            </a:lvl9pPr>
          </a:lstStyle>
          <a:p xmlns:a="http://schemas.openxmlformats.org/drawingml/2006/main">
            <a:pPr>
              <a:defRPr sz="825" b="1">
                <a:solidFill>
                  <a:srgbClr val="215052"/>
                </a:solidFill>
                <a:latin typeface="Plus Jakarta Sans"/>
                <a:ea typeface="Plus Jakarta Sans"/>
                <a:cs typeface="Plus Jakarta Sans"/>
              </a:defRPr>
            </a:pPr>
            <a:r>
              <a:rPr sz="825" b="1">
                <a:solidFill>
                  <a:srgbClr val="215052"/>
                </a:solidFill>
                <a:latin typeface="Plus Jakarta Sans"/>
                <a:ea typeface="Plus Jakarta Sans"/>
                <a:cs typeface="Plus Jakarta Sans"/>
              </a:rPr>
              <a:t>ŚRĪ VOLUNTEER ACTIVITY</a:t>
            </a:r>
          </a:p>
        </p:txBody>
      </p:sp>
      <p:sp>
        <p:nvSpPr>
          <p:cNvPr id="23" name="metric value Śrī volunteer activity">
            <a:extLst xmlns:a="http://schemas.openxmlformats.org/drawingml/2006/main">
              <a:ext uri="{FF2B5EF4-FFF2-40B4-BE49-F238E27FC236}">
                <a16:creationId xmlns:a16="http://schemas.microsoft.com/office/drawing/2014/main" id="{BA3D8737-4BBD-432B-96BF-B5F9AC6AF222}"/>
              </a:ext>
            </a:extLst>
          </p:cNvPr>
          <p:cNvSpPr>
            <a:spLocks xmlns:a="http://schemas.openxmlformats.org/drawingml/2006/main" noGrp="1"/>
          </p:cNvSpPr>
          <p:nvPr/>
        </p:nvSpPr>
        <p:spPr>
          <a:xfrm xmlns:a="http://schemas.openxmlformats.org/drawingml/2006/main">
            <a:off x="8420100" y="4676775"/>
            <a:ext cx="285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625" b="1">
                <a:solidFill>
                  <a:srgbClr val="215052"/>
                </a:solidFill>
                <a:latin typeface="Plus Jakarta Sans"/>
                <a:ea typeface="Plus Jakarta Sans"/>
                <a:cs typeface="Plus Jakarta Sans"/>
              </a:defRPr>
            </a:defPPr>
            <a:lvl1pPr>
              <a:defRPr sz="2625" b="1">
                <a:solidFill>
                  <a:srgbClr val="215052"/>
                </a:solidFill>
                <a:latin typeface="Plus Jakarta Sans"/>
                <a:ea typeface="Plus Jakarta Sans"/>
                <a:cs typeface="Plus Jakarta Sans"/>
              </a:defRPr>
            </a:lvl1pPr>
            <a:lvl2pPr>
              <a:defRPr sz="2625" b="1">
                <a:solidFill>
                  <a:srgbClr val="215052"/>
                </a:solidFill>
                <a:latin typeface="Plus Jakarta Sans"/>
                <a:ea typeface="Plus Jakarta Sans"/>
                <a:cs typeface="Plus Jakarta Sans"/>
              </a:defRPr>
            </a:lvl2pPr>
            <a:lvl3pPr>
              <a:defRPr sz="2625" b="1">
                <a:solidFill>
                  <a:srgbClr val="215052"/>
                </a:solidFill>
                <a:latin typeface="Plus Jakarta Sans"/>
                <a:ea typeface="Plus Jakarta Sans"/>
                <a:cs typeface="Plus Jakarta Sans"/>
              </a:defRPr>
            </a:lvl3pPr>
            <a:lvl4pPr>
              <a:defRPr sz="2625" b="1">
                <a:solidFill>
                  <a:srgbClr val="215052"/>
                </a:solidFill>
                <a:latin typeface="Plus Jakarta Sans"/>
                <a:ea typeface="Plus Jakarta Sans"/>
                <a:cs typeface="Plus Jakarta Sans"/>
              </a:defRPr>
            </a:lvl4pPr>
            <a:lvl5pPr>
              <a:defRPr sz="2625" b="1">
                <a:solidFill>
                  <a:srgbClr val="215052"/>
                </a:solidFill>
                <a:latin typeface="Plus Jakarta Sans"/>
                <a:ea typeface="Plus Jakarta Sans"/>
                <a:cs typeface="Plus Jakarta Sans"/>
              </a:defRPr>
            </a:lvl5pPr>
            <a:lvl6pPr>
              <a:defRPr sz="2625" b="1">
                <a:solidFill>
                  <a:srgbClr val="215052"/>
                </a:solidFill>
                <a:latin typeface="Plus Jakarta Sans"/>
                <a:ea typeface="Plus Jakarta Sans"/>
                <a:cs typeface="Plus Jakarta Sans"/>
              </a:defRPr>
            </a:lvl6pPr>
            <a:lvl7pPr>
              <a:defRPr sz="2625" b="1">
                <a:solidFill>
                  <a:srgbClr val="215052"/>
                </a:solidFill>
                <a:latin typeface="Plus Jakarta Sans"/>
                <a:ea typeface="Plus Jakarta Sans"/>
                <a:cs typeface="Plus Jakarta Sans"/>
              </a:defRPr>
            </a:lvl7pPr>
            <a:lvl8pPr>
              <a:defRPr sz="2625" b="1">
                <a:solidFill>
                  <a:srgbClr val="215052"/>
                </a:solidFill>
                <a:latin typeface="Plus Jakarta Sans"/>
                <a:ea typeface="Plus Jakarta Sans"/>
                <a:cs typeface="Plus Jakarta Sans"/>
              </a:defRPr>
            </a:lvl8pPr>
            <a:lvl9pPr>
              <a:defRPr sz="2625" b="1">
                <a:solidFill>
                  <a:srgbClr val="215052"/>
                </a:solidFill>
                <a:latin typeface="Plus Jakarta Sans"/>
                <a:ea typeface="Plus Jakarta Sans"/>
                <a:cs typeface="Plus Jakarta Sans"/>
              </a:defRPr>
            </a:lvl9pPr>
          </a:lstStyle>
          <a:p xmlns:a="http://schemas.openxmlformats.org/drawingml/2006/main">
            <a:pPr>
              <a:defRPr sz="2625" b="1">
                <a:solidFill>
                  <a:srgbClr val="215052"/>
                </a:solidFill>
                <a:latin typeface="Plus Jakarta Sans"/>
                <a:ea typeface="Plus Jakarta Sans"/>
                <a:cs typeface="Plus Jakarta Sans"/>
              </a:defRPr>
            </a:pPr>
            <a:r>
              <a:rPr sz="2625" b="1">
                <a:solidFill>
                  <a:srgbClr val="215052"/>
                </a:solidFill>
                <a:latin typeface="Plus Jakarta Sans"/>
                <a:ea typeface="Plus Jakarta Sans"/>
                <a:cs typeface="Plus Jakarta Sans"/>
              </a:rPr>
              <a:t>90 min</a:t>
            </a:r>
          </a:p>
        </p:txBody>
      </p:sp>
      <p:sp>
        <p:nvSpPr>
          <p:cNvPr id="24" name="snapshot takeaway heading">
            <a:extLst xmlns:a="http://schemas.openxmlformats.org/drawingml/2006/main">
              <a:ext uri="{FF2B5EF4-FFF2-40B4-BE49-F238E27FC236}">
                <a16:creationId xmlns:a16="http://schemas.microsoft.com/office/drawing/2014/main" id="{375A5C7A-F513-4AB8-A913-7AF1D55AF1AC}"/>
              </a:ext>
            </a:extLst>
          </p:cNvPr>
          <p:cNvSpPr>
            <a:spLocks xmlns:a="http://schemas.openxmlformats.org/drawingml/2006/main" noGrp="1"/>
          </p:cNvSpPr>
          <p:nvPr/>
        </p:nvSpPr>
        <p:spPr>
          <a:xfrm xmlns:a="http://schemas.openxmlformats.org/drawingml/2006/main">
            <a:off x="723900" y="5638800"/>
            <a:ext cx="4762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75" b="1">
                <a:solidFill>
                  <a:srgbClr val="215052"/>
                </a:solidFill>
                <a:latin typeface="Plus Jakarta Sans"/>
                <a:ea typeface="Plus Jakarta Sans"/>
                <a:cs typeface="Plus Jakarta Sans"/>
              </a:defRPr>
            </a:defPPr>
            <a:lvl1pPr>
              <a:defRPr sz="1275" b="1">
                <a:solidFill>
                  <a:srgbClr val="215052"/>
                </a:solidFill>
                <a:latin typeface="Plus Jakarta Sans"/>
                <a:ea typeface="Plus Jakarta Sans"/>
                <a:cs typeface="Plus Jakarta Sans"/>
              </a:defRPr>
            </a:lvl1pPr>
            <a:lvl2pPr>
              <a:defRPr sz="1275" b="1">
                <a:solidFill>
                  <a:srgbClr val="215052"/>
                </a:solidFill>
                <a:latin typeface="Plus Jakarta Sans"/>
                <a:ea typeface="Plus Jakarta Sans"/>
                <a:cs typeface="Plus Jakarta Sans"/>
              </a:defRPr>
            </a:lvl2pPr>
            <a:lvl3pPr>
              <a:defRPr sz="1275" b="1">
                <a:solidFill>
                  <a:srgbClr val="215052"/>
                </a:solidFill>
                <a:latin typeface="Plus Jakarta Sans"/>
                <a:ea typeface="Plus Jakarta Sans"/>
                <a:cs typeface="Plus Jakarta Sans"/>
              </a:defRPr>
            </a:lvl3pPr>
            <a:lvl4pPr>
              <a:defRPr sz="1275" b="1">
                <a:solidFill>
                  <a:srgbClr val="215052"/>
                </a:solidFill>
                <a:latin typeface="Plus Jakarta Sans"/>
                <a:ea typeface="Plus Jakarta Sans"/>
                <a:cs typeface="Plus Jakarta Sans"/>
              </a:defRPr>
            </a:lvl4pPr>
            <a:lvl5pPr>
              <a:defRPr sz="1275" b="1">
                <a:solidFill>
                  <a:srgbClr val="215052"/>
                </a:solidFill>
                <a:latin typeface="Plus Jakarta Sans"/>
                <a:ea typeface="Plus Jakarta Sans"/>
                <a:cs typeface="Plus Jakarta Sans"/>
              </a:defRPr>
            </a:lvl5pPr>
            <a:lvl6pPr>
              <a:defRPr sz="1275" b="1">
                <a:solidFill>
                  <a:srgbClr val="215052"/>
                </a:solidFill>
                <a:latin typeface="Plus Jakarta Sans"/>
                <a:ea typeface="Plus Jakarta Sans"/>
                <a:cs typeface="Plus Jakarta Sans"/>
              </a:defRPr>
            </a:lvl6pPr>
            <a:lvl7pPr>
              <a:defRPr sz="1275" b="1">
                <a:solidFill>
                  <a:srgbClr val="215052"/>
                </a:solidFill>
                <a:latin typeface="Plus Jakarta Sans"/>
                <a:ea typeface="Plus Jakarta Sans"/>
                <a:cs typeface="Plus Jakarta Sans"/>
              </a:defRPr>
            </a:lvl7pPr>
            <a:lvl8pPr>
              <a:defRPr sz="1275" b="1">
                <a:solidFill>
                  <a:srgbClr val="215052"/>
                </a:solidFill>
                <a:latin typeface="Plus Jakarta Sans"/>
                <a:ea typeface="Plus Jakarta Sans"/>
                <a:cs typeface="Plus Jakarta Sans"/>
              </a:defRPr>
            </a:lvl8pPr>
            <a:lvl9pPr>
              <a:defRPr sz="1275" b="1">
                <a:solidFill>
                  <a:srgbClr val="215052"/>
                </a:solidFill>
                <a:latin typeface="Plus Jakarta Sans"/>
                <a:ea typeface="Plus Jakarta Sans"/>
                <a:cs typeface="Plus Jakarta Sans"/>
              </a:defRPr>
            </a:lvl9pPr>
          </a:lstStyle>
          <a:p xmlns:a="http://schemas.openxmlformats.org/drawingml/2006/main">
            <a:pPr>
              <a:defRPr sz="1275" b="1">
                <a:solidFill>
                  <a:srgbClr val="215052"/>
                </a:solidFill>
                <a:latin typeface="Plus Jakarta Sans"/>
                <a:ea typeface="Plus Jakarta Sans"/>
                <a:cs typeface="Plus Jakarta Sans"/>
              </a:defRPr>
            </a:pPr>
            <a:r>
              <a:rPr sz="1275" b="1">
                <a:solidFill>
                  <a:srgbClr val="215052"/>
                </a:solidFill>
                <a:latin typeface="Plus Jakarta Sans"/>
                <a:ea typeface="Plus Jakarta Sans"/>
                <a:cs typeface="Plus Jakarta Sans"/>
              </a:rPr>
              <a:t>What the conversations made clear</a:t>
            </a:r>
          </a:p>
        </p:txBody>
      </p:sp>
      <p:sp>
        <p:nvSpPr>
          <p:cNvPr id="25" name="snapshot takeaways">
            <a:extLst xmlns:a="http://schemas.openxmlformats.org/drawingml/2006/main">
              <a:ext uri="{FF2B5EF4-FFF2-40B4-BE49-F238E27FC236}">
                <a16:creationId xmlns:a16="http://schemas.microsoft.com/office/drawing/2014/main" id="{07BA0E0B-C936-4A02-B704-8DFB92E10939}"/>
              </a:ext>
            </a:extLst>
          </p:cNvPr>
          <p:cNvSpPr>
            <a:spLocks xmlns:a="http://schemas.openxmlformats.org/drawingml/2006/main" noGrp="1"/>
          </p:cNvSpPr>
          <p:nvPr/>
        </p:nvSpPr>
        <p:spPr>
          <a:xfrm xmlns:a="http://schemas.openxmlformats.org/drawingml/2006/main">
            <a:off x="723900" y="5934075"/>
            <a:ext cx="9906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a:solidFill>
                  <a:srgbClr val="526669"/>
                </a:solidFill>
                <a:latin typeface="Plus Jakarta Sans"/>
                <a:ea typeface="Plus Jakarta Sans"/>
                <a:cs typeface="Plus Jakarta Sans"/>
              </a:defRPr>
            </a:defPPr>
            <a:lvl1pPr>
              <a:defRPr sz="900">
                <a:solidFill>
                  <a:srgbClr val="526669"/>
                </a:solidFill>
                <a:latin typeface="Plus Jakarta Sans"/>
                <a:ea typeface="Plus Jakarta Sans"/>
                <a:cs typeface="Plus Jakarta Sans"/>
              </a:defRPr>
            </a:lvl1pPr>
            <a:lvl2pPr>
              <a:defRPr sz="900">
                <a:solidFill>
                  <a:srgbClr val="526669"/>
                </a:solidFill>
                <a:latin typeface="Plus Jakarta Sans"/>
                <a:ea typeface="Plus Jakarta Sans"/>
                <a:cs typeface="Plus Jakarta Sans"/>
              </a:defRPr>
            </a:lvl2pPr>
            <a:lvl3pPr>
              <a:defRPr sz="900">
                <a:solidFill>
                  <a:srgbClr val="526669"/>
                </a:solidFill>
                <a:latin typeface="Plus Jakarta Sans"/>
                <a:ea typeface="Plus Jakarta Sans"/>
                <a:cs typeface="Plus Jakarta Sans"/>
              </a:defRPr>
            </a:lvl3pPr>
            <a:lvl4pPr>
              <a:defRPr sz="900">
                <a:solidFill>
                  <a:srgbClr val="526669"/>
                </a:solidFill>
                <a:latin typeface="Plus Jakarta Sans"/>
                <a:ea typeface="Plus Jakarta Sans"/>
                <a:cs typeface="Plus Jakarta Sans"/>
              </a:defRPr>
            </a:lvl4pPr>
            <a:lvl5pPr>
              <a:defRPr sz="900">
                <a:solidFill>
                  <a:srgbClr val="526669"/>
                </a:solidFill>
                <a:latin typeface="Plus Jakarta Sans"/>
                <a:ea typeface="Plus Jakarta Sans"/>
                <a:cs typeface="Plus Jakarta Sans"/>
              </a:defRPr>
            </a:lvl5pPr>
            <a:lvl6pPr>
              <a:defRPr sz="900">
                <a:solidFill>
                  <a:srgbClr val="526669"/>
                </a:solidFill>
                <a:latin typeface="Plus Jakarta Sans"/>
                <a:ea typeface="Plus Jakarta Sans"/>
                <a:cs typeface="Plus Jakarta Sans"/>
              </a:defRPr>
            </a:lvl6pPr>
            <a:lvl7pPr>
              <a:defRPr sz="900">
                <a:solidFill>
                  <a:srgbClr val="526669"/>
                </a:solidFill>
                <a:latin typeface="Plus Jakarta Sans"/>
                <a:ea typeface="Plus Jakarta Sans"/>
                <a:cs typeface="Plus Jakarta Sans"/>
              </a:defRPr>
            </a:lvl7pPr>
            <a:lvl8pPr>
              <a:defRPr sz="900">
                <a:solidFill>
                  <a:srgbClr val="526669"/>
                </a:solidFill>
                <a:latin typeface="Plus Jakarta Sans"/>
                <a:ea typeface="Plus Jakarta Sans"/>
                <a:cs typeface="Plus Jakarta Sans"/>
              </a:defRPr>
            </a:lvl8pPr>
            <a:lvl9pPr>
              <a:defRPr sz="900">
                <a:solidFill>
                  <a:srgbClr val="526669"/>
                </a:solidFill>
                <a:latin typeface="Plus Jakarta Sans"/>
                <a:ea typeface="Plus Jakarta Sans"/>
                <a:cs typeface="Plus Jakarta Sans"/>
              </a:defRPr>
            </a:lvl9pPr>
          </a:lstStyle>
          <a:p xmlns:a="http://schemas.openxmlformats.org/drawingml/2006/main">
            <a:pPr>
              <a:defRPr sz="900">
                <a:solidFill>
                  <a:srgbClr val="526669"/>
                </a:solidFill>
                <a:latin typeface="Plus Jakarta Sans"/>
                <a:ea typeface="Plus Jakarta Sans"/>
                <a:cs typeface="Plus Jakarta Sans"/>
              </a:defRPr>
            </a:pPr>
            <a:r>
              <a:rPr sz="900">
                <a:solidFill>
                  <a:srgbClr val="526669"/>
                </a:solidFill>
                <a:latin typeface="Plus Jakarta Sans"/>
                <a:ea typeface="Plus Jakarta Sans"/>
                <a:cs typeface="Plus Jakarta Sans"/>
              </a:rPr>
              <a:t>• AI becomes durable when it works inside governed systems, not beside them.</a:t>
            </a:r>
          </a:p>
          <a:p xmlns:a="http://schemas.openxmlformats.org/drawingml/2006/main">
            <a:pPr>
              <a:defRPr sz="900">
                <a:solidFill>
                  <a:srgbClr val="526669"/>
                </a:solidFill>
                <a:latin typeface="Plus Jakarta Sans"/>
                <a:ea typeface="Plus Jakarta Sans"/>
                <a:cs typeface="Plus Jakarta Sans"/>
              </a:defRPr>
            </a:pPr>
            <a:r>
              <a:rPr sz="900">
                <a:solidFill>
                  <a:srgbClr val="526669"/>
                </a:solidFill>
                <a:latin typeface="Plus Jakarta Sans"/>
                <a:ea typeface="Plus Jakarta Sans"/>
                <a:cs typeface="Plus Jakarta Sans"/>
              </a:rPr>
              <a:t>• GCC value is built through integration, ownership and a consulting mindset.</a:t>
            </a:r>
          </a:p>
          <a:p xmlns:a="http://schemas.openxmlformats.org/drawingml/2006/main">
            <a:pPr>
              <a:defRPr sz="900">
                <a:solidFill>
                  <a:srgbClr val="526669"/>
                </a:solidFill>
                <a:latin typeface="Plus Jakarta Sans"/>
                <a:ea typeface="Plus Jakarta Sans"/>
                <a:cs typeface="Plus Jakarta Sans"/>
              </a:defRPr>
            </a:pPr>
            <a:r>
              <a:rPr sz="900">
                <a:solidFill>
                  <a:srgbClr val="526669"/>
                </a:solidFill>
                <a:latin typeface="Plus Jakarta Sans"/>
                <a:ea typeface="Plus Jakarta Sans"/>
                <a:cs typeface="Plus Jakarta Sans"/>
              </a:rPr>
              <a:t>• Leadership remains a practice of judgment, connection and decisive action.</a:t>
            </a:r>
          </a:p>
        </p:txBody>
      </p:sp>
      <p:sp>
        <p:nvSpPr>
          <p:cNvPr id="26" name="footer line">
            <a:extLst xmlns:a="http://schemas.openxmlformats.org/drawingml/2006/main">
              <a:ext uri="{FF2B5EF4-FFF2-40B4-BE49-F238E27FC236}">
                <a16:creationId xmlns:a16="http://schemas.microsoft.com/office/drawing/2014/main" id="{0DC7E841-B9AE-4988-8964-2C019494D42E}"/>
              </a:ext>
            </a:extLst>
          </p:cNvPr>
          <p:cNvSpPr>
            <a:spLocks xmlns:a="http://schemas.openxmlformats.org/drawingml/2006/main" noGrp="1"/>
          </p:cNvSpPr>
          <p:nvPr/>
        </p:nvSpPr>
        <p:spPr>
          <a:xfrm xmlns:a="http://schemas.openxmlformats.org/drawingml/2006/main">
            <a:off x="723900" y="6362700"/>
            <a:ext cx="10744200" cy="9525"/>
          </a:xfrm>
          <a:prstGeom xmlns:a="http://schemas.openxmlformats.org/drawingml/2006/main" prst="rect">
            <a:avLst/>
          </a:prstGeom>
          <a:solidFill xmlns:a="http://schemas.openxmlformats.org/drawingml/2006/main">
            <a:srgbClr val="CADAD9"/>
          </a:solidFill>
          <a:ln xmlns:a="http://schemas.openxmlformats.org/drawingml/2006/main" w="0">
            <a:noFill/>
            <a:prstDash val="solid"/>
          </a:ln>
        </p:spPr>
      </p:sp>
      <p:sp>
        <p:nvSpPr>
          <p:cNvPr id="27" name="footer event name">
            <a:extLst xmlns:a="http://schemas.openxmlformats.org/drawingml/2006/main">
              <a:ext uri="{FF2B5EF4-FFF2-40B4-BE49-F238E27FC236}">
                <a16:creationId xmlns:a16="http://schemas.microsoft.com/office/drawing/2014/main" id="{C4A22109-7A31-4CAD-9E56-811E5AD2DE90}"/>
              </a:ext>
            </a:extLst>
          </p:cNvPr>
          <p:cNvSpPr>
            <a:spLocks xmlns:a="http://schemas.openxmlformats.org/drawingml/2006/main" noGrp="1"/>
          </p:cNvSpPr>
          <p:nvPr/>
        </p:nvSpPr>
        <p:spPr>
          <a:xfrm xmlns:a="http://schemas.openxmlformats.org/drawingml/2006/main">
            <a:off x="7239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750" b="1">
                <a:solidFill>
                  <a:srgbClr val="526669"/>
                </a:solidFill>
                <a:latin typeface="Plus Jakarta Sans"/>
                <a:ea typeface="Plus Jakarta Sans"/>
                <a:cs typeface="Plus Jakarta Sans"/>
              </a:defRPr>
            </a:defPPr>
            <a:lvl1pPr>
              <a:defRPr sz="750" b="1">
                <a:solidFill>
                  <a:srgbClr val="526669"/>
                </a:solidFill>
                <a:latin typeface="Plus Jakarta Sans"/>
                <a:ea typeface="Plus Jakarta Sans"/>
                <a:cs typeface="Plus Jakarta Sans"/>
              </a:defRPr>
            </a:lvl1pPr>
            <a:lvl2pPr>
              <a:defRPr sz="750" b="1">
                <a:solidFill>
                  <a:srgbClr val="526669"/>
                </a:solidFill>
                <a:latin typeface="Plus Jakarta Sans"/>
                <a:ea typeface="Plus Jakarta Sans"/>
                <a:cs typeface="Plus Jakarta Sans"/>
              </a:defRPr>
            </a:lvl2pPr>
            <a:lvl3pPr>
              <a:defRPr sz="750" b="1">
                <a:solidFill>
                  <a:srgbClr val="526669"/>
                </a:solidFill>
                <a:latin typeface="Plus Jakarta Sans"/>
                <a:ea typeface="Plus Jakarta Sans"/>
                <a:cs typeface="Plus Jakarta Sans"/>
              </a:defRPr>
            </a:lvl3pPr>
            <a:lvl4pPr>
              <a:defRPr sz="750" b="1">
                <a:solidFill>
                  <a:srgbClr val="526669"/>
                </a:solidFill>
                <a:latin typeface="Plus Jakarta Sans"/>
                <a:ea typeface="Plus Jakarta Sans"/>
                <a:cs typeface="Plus Jakarta Sans"/>
              </a:defRPr>
            </a:lvl4pPr>
            <a:lvl5pPr>
              <a:defRPr sz="750" b="1">
                <a:solidFill>
                  <a:srgbClr val="526669"/>
                </a:solidFill>
                <a:latin typeface="Plus Jakarta Sans"/>
                <a:ea typeface="Plus Jakarta Sans"/>
                <a:cs typeface="Plus Jakarta Sans"/>
              </a:defRPr>
            </a:lvl5pPr>
            <a:lvl6pPr>
              <a:defRPr sz="750" b="1">
                <a:solidFill>
                  <a:srgbClr val="526669"/>
                </a:solidFill>
                <a:latin typeface="Plus Jakarta Sans"/>
                <a:ea typeface="Plus Jakarta Sans"/>
                <a:cs typeface="Plus Jakarta Sans"/>
              </a:defRPr>
            </a:lvl6pPr>
            <a:lvl7pPr>
              <a:defRPr sz="750" b="1">
                <a:solidFill>
                  <a:srgbClr val="526669"/>
                </a:solidFill>
                <a:latin typeface="Plus Jakarta Sans"/>
                <a:ea typeface="Plus Jakarta Sans"/>
                <a:cs typeface="Plus Jakarta Sans"/>
              </a:defRPr>
            </a:lvl7pPr>
            <a:lvl8pPr>
              <a:defRPr sz="750" b="1">
                <a:solidFill>
                  <a:srgbClr val="526669"/>
                </a:solidFill>
                <a:latin typeface="Plus Jakarta Sans"/>
                <a:ea typeface="Plus Jakarta Sans"/>
                <a:cs typeface="Plus Jakarta Sans"/>
              </a:defRPr>
            </a:lvl8pPr>
            <a:lvl9pPr>
              <a:defRPr sz="750" b="1">
                <a:solidFill>
                  <a:srgbClr val="526669"/>
                </a:solidFill>
                <a:latin typeface="Plus Jakarta Sans"/>
                <a:ea typeface="Plus Jakarta Sans"/>
                <a:cs typeface="Plus Jakarta Sans"/>
              </a:defRPr>
            </a:lvl9pPr>
          </a:lstStyle>
          <a:p xmlns:a="http://schemas.openxmlformats.org/drawingml/2006/main">
            <a:pPr>
              <a:defRPr sz="750" b="1">
                <a:solidFill>
                  <a:srgbClr val="526669"/>
                </a:solidFill>
                <a:latin typeface="Plus Jakarta Sans"/>
                <a:ea typeface="Plus Jakarta Sans"/>
                <a:cs typeface="Plus Jakarta Sans"/>
              </a:defRPr>
            </a:pPr>
            <a:r>
              <a:rPr sz="750" b="1">
                <a:solidFill>
                  <a:srgbClr val="526669"/>
                </a:solidFill>
                <a:latin typeface="Plus Jakarta Sans"/>
                <a:ea typeface="Plus Jakarta Sans"/>
                <a:cs typeface="Plus Jakarta Sans"/>
              </a:rPr>
              <a:t>ODYSSEY, PARTNER SUMMIT ’26</a:t>
            </a:r>
          </a:p>
        </p:txBody>
      </p:sp>
      <p:sp>
        <p:nvSpPr>
          <p:cNvPr id="28" name="footer page number">
            <a:extLst xmlns:a="http://schemas.openxmlformats.org/drawingml/2006/main">
              <a:ext uri="{FF2B5EF4-FFF2-40B4-BE49-F238E27FC236}">
                <a16:creationId xmlns:a16="http://schemas.microsoft.com/office/drawing/2014/main" id="{097564AF-E13D-40FD-BC08-1F43F5372208}"/>
              </a:ext>
            </a:extLst>
          </p:cNvPr>
          <p:cNvSpPr>
            <a:spLocks xmlns:a="http://schemas.openxmlformats.org/drawingml/2006/main" noGrp="1"/>
          </p:cNvSpPr>
          <p:nvPr/>
        </p:nvSpPr>
        <p:spPr>
          <a:xfrm xmlns:a="http://schemas.openxmlformats.org/drawingml/2006/main">
            <a:off x="11106150" y="6486525"/>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750" b="1">
                <a:solidFill>
                  <a:srgbClr val="526669"/>
                </a:solidFill>
                <a:latin typeface="Plus Jakarta Sans"/>
                <a:ea typeface="Plus Jakarta Sans"/>
                <a:cs typeface="Plus Jakarta Sans"/>
              </a:defRPr>
            </a:defPPr>
            <a:lvl1pPr algn="r">
              <a:defRPr sz="750" b="1">
                <a:solidFill>
                  <a:srgbClr val="526669"/>
                </a:solidFill>
                <a:latin typeface="Plus Jakarta Sans"/>
                <a:ea typeface="Plus Jakarta Sans"/>
                <a:cs typeface="Plus Jakarta Sans"/>
              </a:defRPr>
            </a:lvl1pPr>
            <a:lvl2pPr algn="r">
              <a:defRPr sz="750" b="1">
                <a:solidFill>
                  <a:srgbClr val="526669"/>
                </a:solidFill>
                <a:latin typeface="Plus Jakarta Sans"/>
                <a:ea typeface="Plus Jakarta Sans"/>
                <a:cs typeface="Plus Jakarta Sans"/>
              </a:defRPr>
            </a:lvl2pPr>
            <a:lvl3pPr algn="r">
              <a:defRPr sz="750" b="1">
                <a:solidFill>
                  <a:srgbClr val="526669"/>
                </a:solidFill>
                <a:latin typeface="Plus Jakarta Sans"/>
                <a:ea typeface="Plus Jakarta Sans"/>
                <a:cs typeface="Plus Jakarta Sans"/>
              </a:defRPr>
            </a:lvl3pPr>
            <a:lvl4pPr algn="r">
              <a:defRPr sz="750" b="1">
                <a:solidFill>
                  <a:srgbClr val="526669"/>
                </a:solidFill>
                <a:latin typeface="Plus Jakarta Sans"/>
                <a:ea typeface="Plus Jakarta Sans"/>
                <a:cs typeface="Plus Jakarta Sans"/>
              </a:defRPr>
            </a:lvl4pPr>
            <a:lvl5pPr algn="r">
              <a:defRPr sz="750" b="1">
                <a:solidFill>
                  <a:srgbClr val="526669"/>
                </a:solidFill>
                <a:latin typeface="Plus Jakarta Sans"/>
                <a:ea typeface="Plus Jakarta Sans"/>
                <a:cs typeface="Plus Jakarta Sans"/>
              </a:defRPr>
            </a:lvl5pPr>
            <a:lvl6pPr algn="r">
              <a:defRPr sz="750" b="1">
                <a:solidFill>
                  <a:srgbClr val="526669"/>
                </a:solidFill>
                <a:latin typeface="Plus Jakarta Sans"/>
                <a:ea typeface="Plus Jakarta Sans"/>
                <a:cs typeface="Plus Jakarta Sans"/>
              </a:defRPr>
            </a:lvl6pPr>
            <a:lvl7pPr algn="r">
              <a:defRPr sz="750" b="1">
                <a:solidFill>
                  <a:srgbClr val="526669"/>
                </a:solidFill>
                <a:latin typeface="Plus Jakarta Sans"/>
                <a:ea typeface="Plus Jakarta Sans"/>
                <a:cs typeface="Plus Jakarta Sans"/>
              </a:defRPr>
            </a:lvl7pPr>
            <a:lvl8pPr algn="r">
              <a:defRPr sz="750" b="1">
                <a:solidFill>
                  <a:srgbClr val="526669"/>
                </a:solidFill>
                <a:latin typeface="Plus Jakarta Sans"/>
                <a:ea typeface="Plus Jakarta Sans"/>
                <a:cs typeface="Plus Jakarta Sans"/>
              </a:defRPr>
            </a:lvl8pPr>
            <a:lvl9pPr algn="r">
              <a:defRPr sz="750" b="1">
                <a:solidFill>
                  <a:srgbClr val="526669"/>
                </a:solidFill>
                <a:latin typeface="Plus Jakarta Sans"/>
                <a:ea typeface="Plus Jakarta Sans"/>
                <a:cs typeface="Plus Jakarta Sans"/>
              </a:defRPr>
            </a:lvl9pPr>
          </a:lstStyle>
          <a:p xmlns:a="http://schemas.openxmlformats.org/drawingml/2006/main">
            <a:pPr algn="r">
              <a:defRPr sz="750" b="1">
                <a:solidFill>
                  <a:srgbClr val="526669"/>
                </a:solidFill>
                <a:latin typeface="Plus Jakarta Sans"/>
                <a:ea typeface="Plus Jakarta Sans"/>
                <a:cs typeface="Plus Jakarta Sans"/>
              </a:defRPr>
            </a:pPr>
            <a:r>
              <a:rPr sz="750" b="1">
                <a:solidFill>
                  <a:srgbClr val="526669"/>
                </a:solidFill>
                <a:latin typeface="Plus Jakarta Sans"/>
                <a:ea typeface="Plus Jakarta Sans"/>
                <a:cs typeface="Plus Jakarta Sans"/>
              </a:rPr>
              <a:t>02</a:t>
            </a:r>
          </a:p>
        </p:txBody>
      </p:sp>
    </p:spTree>
    <p:extLst>
      <p:ext uri="{BB962C8B-B14F-4D97-AF65-F5344CB8AC3E}">
        <p14:creationId xmlns:p14="http://schemas.microsoft.com/office/powerpoint/2010/main" val="1033181702"/>
      </p:ext>
    </p:extLst>
  </p:cSld>
</p:sld>
</file>

<file path=ppt/slides/slide3.xml><?xml version="1.0" encoding="utf-8"?>
<p:sld xmlns:p="http://schemas.openxmlformats.org/presentationml/2006/main">
  <p:cSld>
    <p:bg>
      <p:bgPr>
        <a:solidFill xmlns:a="http://schemas.openxmlformats.org/drawingml/2006/main">
          <a:srgbClr val="F4F8F7"/>
        </a:solidFill>
      </p:bgPr>
    </p:bg>
    <p:spTree>
      <p:nvGrpSpPr>
        <p:cNvPr id="1" name=""/>
        <p:cNvGrpSpPr/>
        <p:nvPr/>
      </p:nvGrpSpPr>
      <p:grpSpPr>
        <a:xfrm xmlns:a="http://schemas.openxmlformats.org/drawingml/2006/main"/>
      </p:grpSpPr>
      <p:sp>
        <p:nvSpPr>
          <p:cNvPr id="24" name="label Session highlights / 01">
            <a:extLst xmlns:a="http://schemas.openxmlformats.org/drawingml/2006/main">
              <a:ext uri="{FF2B5EF4-FFF2-40B4-BE49-F238E27FC236}">
                <a16:creationId xmlns:a16="http://schemas.microsoft.com/office/drawing/2014/main" id="{1236AA1E-5DFB-41A2-A4BA-0767974A61B9}"/>
              </a:ext>
            </a:extLst>
          </p:cNvPr>
          <p:cNvSpPr>
            <a:spLocks xmlns:a="http://schemas.openxmlformats.org/drawingml/2006/main" noGrp="1"/>
          </p:cNvSpPr>
          <p:nvPr/>
        </p:nvSpPr>
        <p:spPr>
          <a:xfrm xmlns:a="http://schemas.openxmlformats.org/drawingml/2006/main">
            <a:off x="723900" y="514350"/>
            <a:ext cx="3143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b="1">
                <a:solidFill>
                  <a:srgbClr val="F15D2B"/>
                </a:solidFill>
                <a:latin typeface="Plus Jakarta Sans"/>
                <a:ea typeface="Plus Jakarta Sans"/>
                <a:cs typeface="Plus Jakarta Sans"/>
              </a:defRPr>
            </a:defPPr>
            <a:lvl1pPr>
              <a:defRPr sz="900" b="1">
                <a:solidFill>
                  <a:srgbClr val="F15D2B"/>
                </a:solidFill>
                <a:latin typeface="Plus Jakarta Sans"/>
                <a:ea typeface="Plus Jakarta Sans"/>
                <a:cs typeface="Plus Jakarta Sans"/>
              </a:defRPr>
            </a:lvl1pPr>
            <a:lvl2pPr>
              <a:defRPr sz="900" b="1">
                <a:solidFill>
                  <a:srgbClr val="F15D2B"/>
                </a:solidFill>
                <a:latin typeface="Plus Jakarta Sans"/>
                <a:ea typeface="Plus Jakarta Sans"/>
                <a:cs typeface="Plus Jakarta Sans"/>
              </a:defRPr>
            </a:lvl2pPr>
            <a:lvl3pPr>
              <a:defRPr sz="900" b="1">
                <a:solidFill>
                  <a:srgbClr val="F15D2B"/>
                </a:solidFill>
                <a:latin typeface="Plus Jakarta Sans"/>
                <a:ea typeface="Plus Jakarta Sans"/>
                <a:cs typeface="Plus Jakarta Sans"/>
              </a:defRPr>
            </a:lvl3pPr>
            <a:lvl4pPr>
              <a:defRPr sz="900" b="1">
                <a:solidFill>
                  <a:srgbClr val="F15D2B"/>
                </a:solidFill>
                <a:latin typeface="Plus Jakarta Sans"/>
                <a:ea typeface="Plus Jakarta Sans"/>
                <a:cs typeface="Plus Jakarta Sans"/>
              </a:defRPr>
            </a:lvl4pPr>
            <a:lvl5pPr>
              <a:defRPr sz="900" b="1">
                <a:solidFill>
                  <a:srgbClr val="F15D2B"/>
                </a:solidFill>
                <a:latin typeface="Plus Jakarta Sans"/>
                <a:ea typeface="Plus Jakarta Sans"/>
                <a:cs typeface="Plus Jakarta Sans"/>
              </a:defRPr>
            </a:lvl5pPr>
            <a:lvl6pPr>
              <a:defRPr sz="900" b="1">
                <a:solidFill>
                  <a:srgbClr val="F15D2B"/>
                </a:solidFill>
                <a:latin typeface="Plus Jakarta Sans"/>
                <a:ea typeface="Plus Jakarta Sans"/>
                <a:cs typeface="Plus Jakarta Sans"/>
              </a:defRPr>
            </a:lvl6pPr>
            <a:lvl7pPr>
              <a:defRPr sz="900" b="1">
                <a:solidFill>
                  <a:srgbClr val="F15D2B"/>
                </a:solidFill>
                <a:latin typeface="Plus Jakarta Sans"/>
                <a:ea typeface="Plus Jakarta Sans"/>
                <a:cs typeface="Plus Jakarta Sans"/>
              </a:defRPr>
            </a:lvl7pPr>
            <a:lvl8pPr>
              <a:defRPr sz="900" b="1">
                <a:solidFill>
                  <a:srgbClr val="F15D2B"/>
                </a:solidFill>
                <a:latin typeface="Plus Jakarta Sans"/>
                <a:ea typeface="Plus Jakarta Sans"/>
                <a:cs typeface="Plus Jakarta Sans"/>
              </a:defRPr>
            </a:lvl8pPr>
            <a:lvl9pPr>
              <a:defRPr sz="900" b="1">
                <a:solidFill>
                  <a:srgbClr val="F15D2B"/>
                </a:solidFill>
                <a:latin typeface="Plus Jakarta Sans"/>
                <a:ea typeface="Plus Jakarta Sans"/>
                <a:cs typeface="Plus Jakarta Sans"/>
              </a:defRPr>
            </a:lvl9pPr>
          </a:lstStyle>
          <a:p xmlns:a="http://schemas.openxmlformats.org/drawingml/2006/main">
            <a:pPr>
              <a:defRPr sz="900" b="1">
                <a:solidFill>
                  <a:srgbClr val="F15D2B"/>
                </a:solidFill>
                <a:latin typeface="Plus Jakarta Sans"/>
                <a:ea typeface="Plus Jakarta Sans"/>
                <a:cs typeface="Plus Jakarta Sans"/>
              </a:defRPr>
            </a:pPr>
            <a:r>
              <a:rPr sz="900" b="1">
                <a:solidFill>
                  <a:srgbClr val="F15D2B"/>
                </a:solidFill>
                <a:latin typeface="Plus Jakarta Sans"/>
                <a:ea typeface="Plus Jakarta Sans"/>
                <a:cs typeface="Plus Jakarta Sans"/>
              </a:rPr>
              <a:t>SESSION HIGHLIGHTS / 01</a:t>
            </a:r>
          </a:p>
        </p:txBody>
      </p:sp>
      <p:sp>
        <p:nvSpPr>
          <p:cNvPr id="2" name="AI section heading">
            <a:extLst xmlns:a="http://schemas.openxmlformats.org/drawingml/2006/main">
              <a:ext uri="{FF2B5EF4-FFF2-40B4-BE49-F238E27FC236}">
                <a16:creationId xmlns:a16="http://schemas.microsoft.com/office/drawing/2014/main" id="{4E1D500D-76BC-48D2-82D7-6FD5BC00801F}"/>
              </a:ext>
            </a:extLst>
          </p:cNvPr>
          <p:cNvSpPr>
            <a:spLocks xmlns:a="http://schemas.openxmlformats.org/drawingml/2006/main" noGrp="1"/>
          </p:cNvSpPr>
          <p:nvPr/>
        </p:nvSpPr>
        <p:spPr>
          <a:xfrm xmlns:a="http://schemas.openxmlformats.org/drawingml/2006/main">
            <a:off x="723900" y="828675"/>
            <a:ext cx="9048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700" b="1">
                <a:solidFill>
                  <a:srgbClr val="215052"/>
                </a:solidFill>
                <a:latin typeface="Plus Jakarta Sans"/>
                <a:ea typeface="Plus Jakarta Sans"/>
                <a:cs typeface="Plus Jakarta Sans"/>
              </a:defRPr>
            </a:defPPr>
            <a:lvl1pPr>
              <a:defRPr sz="2700" b="1">
                <a:solidFill>
                  <a:srgbClr val="215052"/>
                </a:solidFill>
                <a:latin typeface="Plus Jakarta Sans"/>
                <a:ea typeface="Plus Jakarta Sans"/>
                <a:cs typeface="Plus Jakarta Sans"/>
              </a:defRPr>
            </a:lvl1pPr>
            <a:lvl2pPr>
              <a:defRPr sz="2700" b="1">
                <a:solidFill>
                  <a:srgbClr val="215052"/>
                </a:solidFill>
                <a:latin typeface="Plus Jakarta Sans"/>
                <a:ea typeface="Plus Jakarta Sans"/>
                <a:cs typeface="Plus Jakarta Sans"/>
              </a:defRPr>
            </a:lvl2pPr>
            <a:lvl3pPr>
              <a:defRPr sz="2700" b="1">
                <a:solidFill>
                  <a:srgbClr val="215052"/>
                </a:solidFill>
                <a:latin typeface="Plus Jakarta Sans"/>
                <a:ea typeface="Plus Jakarta Sans"/>
                <a:cs typeface="Plus Jakarta Sans"/>
              </a:defRPr>
            </a:lvl3pPr>
            <a:lvl4pPr>
              <a:defRPr sz="2700" b="1">
                <a:solidFill>
                  <a:srgbClr val="215052"/>
                </a:solidFill>
                <a:latin typeface="Plus Jakarta Sans"/>
                <a:ea typeface="Plus Jakarta Sans"/>
                <a:cs typeface="Plus Jakarta Sans"/>
              </a:defRPr>
            </a:lvl4pPr>
            <a:lvl5pPr>
              <a:defRPr sz="2700" b="1">
                <a:solidFill>
                  <a:srgbClr val="215052"/>
                </a:solidFill>
                <a:latin typeface="Plus Jakarta Sans"/>
                <a:ea typeface="Plus Jakarta Sans"/>
                <a:cs typeface="Plus Jakarta Sans"/>
              </a:defRPr>
            </a:lvl5pPr>
            <a:lvl6pPr>
              <a:defRPr sz="2700" b="1">
                <a:solidFill>
                  <a:srgbClr val="215052"/>
                </a:solidFill>
                <a:latin typeface="Plus Jakarta Sans"/>
                <a:ea typeface="Plus Jakarta Sans"/>
                <a:cs typeface="Plus Jakarta Sans"/>
              </a:defRPr>
            </a:lvl6pPr>
            <a:lvl7pPr>
              <a:defRPr sz="2700" b="1">
                <a:solidFill>
                  <a:srgbClr val="215052"/>
                </a:solidFill>
                <a:latin typeface="Plus Jakarta Sans"/>
                <a:ea typeface="Plus Jakarta Sans"/>
                <a:cs typeface="Plus Jakarta Sans"/>
              </a:defRPr>
            </a:lvl7pPr>
            <a:lvl8pPr>
              <a:defRPr sz="2700" b="1">
                <a:solidFill>
                  <a:srgbClr val="215052"/>
                </a:solidFill>
                <a:latin typeface="Plus Jakarta Sans"/>
                <a:ea typeface="Plus Jakarta Sans"/>
                <a:cs typeface="Plus Jakarta Sans"/>
              </a:defRPr>
            </a:lvl8pPr>
            <a:lvl9pPr>
              <a:defRPr sz="2700" b="1">
                <a:solidFill>
                  <a:srgbClr val="215052"/>
                </a:solidFill>
                <a:latin typeface="Plus Jakarta Sans"/>
                <a:ea typeface="Plus Jakarta Sans"/>
                <a:cs typeface="Plus Jakarta Sans"/>
              </a:defRPr>
            </a:lvl9pPr>
          </a:lstStyle>
          <a:p xmlns:a="http://schemas.openxmlformats.org/drawingml/2006/main">
            <a:pPr>
              <a:defRPr sz="2700" b="1">
                <a:solidFill>
                  <a:srgbClr val="215052"/>
                </a:solidFill>
                <a:latin typeface="Plus Jakarta Sans"/>
                <a:ea typeface="Plus Jakarta Sans"/>
                <a:cs typeface="Plus Jakarta Sans"/>
              </a:defRPr>
            </a:pPr>
            <a:r>
              <a:rPr sz="2700" b="1">
                <a:solidFill>
                  <a:srgbClr val="215052"/>
                </a:solidFill>
                <a:latin typeface="Plus Jakarta Sans"/>
                <a:ea typeface="Plus Jakarta Sans"/>
                <a:cs typeface="Plus Jakarta Sans"/>
              </a:rPr>
              <a:t>Turning AI into operating capability</a:t>
            </a:r>
          </a:p>
        </p:txBody>
      </p:sp>
      <p:sp>
        <p:nvSpPr>
          <p:cNvPr id="3" name="AI section introduction">
            <a:extLst xmlns:a="http://schemas.openxmlformats.org/drawingml/2006/main">
              <a:ext uri="{FF2B5EF4-FFF2-40B4-BE49-F238E27FC236}">
                <a16:creationId xmlns:a16="http://schemas.microsoft.com/office/drawing/2014/main" id="{4F0693CE-9EF9-4AF9-9967-0A7F3B2A71B3}"/>
              </a:ext>
            </a:extLst>
          </p:cNvPr>
          <p:cNvSpPr>
            <a:spLocks xmlns:a="http://schemas.openxmlformats.org/drawingml/2006/main" noGrp="1"/>
          </p:cNvSpPr>
          <p:nvPr/>
        </p:nvSpPr>
        <p:spPr>
          <a:xfrm xmlns:a="http://schemas.openxmlformats.org/drawingml/2006/main">
            <a:off x="723900" y="1352550"/>
            <a:ext cx="914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a:solidFill>
                  <a:srgbClr val="526669"/>
                </a:solidFill>
                <a:latin typeface="Plus Jakarta Sans"/>
                <a:ea typeface="Plus Jakarta Sans"/>
                <a:cs typeface="Plus Jakarta Sans"/>
              </a:defRPr>
            </a:defPPr>
            <a:lvl1pPr>
              <a:defRPr sz="1125">
                <a:solidFill>
                  <a:srgbClr val="526669"/>
                </a:solidFill>
                <a:latin typeface="Plus Jakarta Sans"/>
                <a:ea typeface="Plus Jakarta Sans"/>
                <a:cs typeface="Plus Jakarta Sans"/>
              </a:defRPr>
            </a:lvl1pPr>
            <a:lvl2pPr>
              <a:defRPr sz="1125">
                <a:solidFill>
                  <a:srgbClr val="526669"/>
                </a:solidFill>
                <a:latin typeface="Plus Jakarta Sans"/>
                <a:ea typeface="Plus Jakarta Sans"/>
                <a:cs typeface="Plus Jakarta Sans"/>
              </a:defRPr>
            </a:lvl2pPr>
            <a:lvl3pPr>
              <a:defRPr sz="1125">
                <a:solidFill>
                  <a:srgbClr val="526669"/>
                </a:solidFill>
                <a:latin typeface="Plus Jakarta Sans"/>
                <a:ea typeface="Plus Jakarta Sans"/>
                <a:cs typeface="Plus Jakarta Sans"/>
              </a:defRPr>
            </a:lvl3pPr>
            <a:lvl4pPr>
              <a:defRPr sz="1125">
                <a:solidFill>
                  <a:srgbClr val="526669"/>
                </a:solidFill>
                <a:latin typeface="Plus Jakarta Sans"/>
                <a:ea typeface="Plus Jakarta Sans"/>
                <a:cs typeface="Plus Jakarta Sans"/>
              </a:defRPr>
            </a:lvl4pPr>
            <a:lvl5pPr>
              <a:defRPr sz="1125">
                <a:solidFill>
                  <a:srgbClr val="526669"/>
                </a:solidFill>
                <a:latin typeface="Plus Jakarta Sans"/>
                <a:ea typeface="Plus Jakarta Sans"/>
                <a:cs typeface="Plus Jakarta Sans"/>
              </a:defRPr>
            </a:lvl5pPr>
            <a:lvl6pPr>
              <a:defRPr sz="1125">
                <a:solidFill>
                  <a:srgbClr val="526669"/>
                </a:solidFill>
                <a:latin typeface="Plus Jakarta Sans"/>
                <a:ea typeface="Plus Jakarta Sans"/>
                <a:cs typeface="Plus Jakarta Sans"/>
              </a:defRPr>
            </a:lvl6pPr>
            <a:lvl7pPr>
              <a:defRPr sz="1125">
                <a:solidFill>
                  <a:srgbClr val="526669"/>
                </a:solidFill>
                <a:latin typeface="Plus Jakarta Sans"/>
                <a:ea typeface="Plus Jakarta Sans"/>
                <a:cs typeface="Plus Jakarta Sans"/>
              </a:defRPr>
            </a:lvl7pPr>
            <a:lvl8pPr>
              <a:defRPr sz="1125">
                <a:solidFill>
                  <a:srgbClr val="526669"/>
                </a:solidFill>
                <a:latin typeface="Plus Jakarta Sans"/>
                <a:ea typeface="Plus Jakarta Sans"/>
                <a:cs typeface="Plus Jakarta Sans"/>
              </a:defRPr>
            </a:lvl8pPr>
            <a:lvl9pPr>
              <a:defRPr sz="1125">
                <a:solidFill>
                  <a:srgbClr val="526669"/>
                </a:solidFill>
                <a:latin typeface="Plus Jakarta Sans"/>
                <a:ea typeface="Plus Jakarta Sans"/>
                <a:cs typeface="Plus Jakarta Sans"/>
              </a:defRPr>
            </a:lvl9pPr>
          </a:lstStyle>
          <a:p xmlns:a="http://schemas.openxmlformats.org/drawingml/2006/main">
            <a:pPr>
              <a:defRPr sz="1125">
                <a:solidFill>
                  <a:srgbClr val="526669"/>
                </a:solidFill>
                <a:latin typeface="Plus Jakarta Sans"/>
                <a:ea typeface="Plus Jakarta Sans"/>
                <a:cs typeface="Plus Jakarta Sans"/>
              </a:defRPr>
            </a:pPr>
            <a:r>
              <a:rPr sz="1125">
                <a:solidFill>
                  <a:srgbClr val="526669"/>
                </a:solidFill>
                <a:latin typeface="Plus Jakarta Sans"/>
                <a:ea typeface="Plus Jakarta Sans"/>
                <a:cs typeface="Plus Jakarta Sans"/>
              </a:rPr>
              <a:t>Four sessions moved the conversation from potential to the systems that make it dependable.</a:t>
            </a:r>
          </a:p>
        </p:txBody>
      </p:sp>
      <p:sp>
        <p:nvSpPr>
          <p:cNvPr id="4" name="divider How AI Learned to Use Your Tools">
            <a:extLst xmlns:a="http://schemas.openxmlformats.org/drawingml/2006/main">
              <a:ext uri="{FF2B5EF4-FFF2-40B4-BE49-F238E27FC236}">
                <a16:creationId xmlns:a16="http://schemas.microsoft.com/office/drawing/2014/main" id="{37F27C4B-E5E5-4F70-B69D-053A022835C9}"/>
              </a:ext>
            </a:extLst>
          </p:cNvPr>
          <p:cNvSpPr>
            <a:spLocks xmlns:a="http://schemas.openxmlformats.org/drawingml/2006/main" noGrp="1"/>
          </p:cNvSpPr>
          <p:nvPr/>
        </p:nvSpPr>
        <p:spPr>
          <a:xfrm xmlns:a="http://schemas.openxmlformats.org/drawingml/2006/main">
            <a:off x="723900" y="1857375"/>
            <a:ext cx="10744200" cy="9525"/>
          </a:xfrm>
          <a:prstGeom xmlns:a="http://schemas.openxmlformats.org/drawingml/2006/main" prst="rect">
            <a:avLst/>
          </a:prstGeom>
          <a:solidFill xmlns:a="http://schemas.openxmlformats.org/drawingml/2006/main">
            <a:srgbClr val="CADAD9"/>
          </a:solidFill>
          <a:ln xmlns:a="http://schemas.openxmlformats.org/drawingml/2006/main" w="0">
            <a:noFill/>
            <a:prstDash val="solid"/>
          </a:ln>
        </p:spPr>
      </p:sp>
      <p:sp>
        <p:nvSpPr>
          <p:cNvPr id="5" name="label Technology and AI">
            <a:extLst xmlns:a="http://schemas.openxmlformats.org/drawingml/2006/main">
              <a:ext uri="{FF2B5EF4-FFF2-40B4-BE49-F238E27FC236}">
                <a16:creationId xmlns:a16="http://schemas.microsoft.com/office/drawing/2014/main" id="{E402FAF5-0EC2-41EB-B1C3-3C9DC6E47856}"/>
              </a:ext>
            </a:extLst>
          </p:cNvPr>
          <p:cNvSpPr>
            <a:spLocks xmlns:a="http://schemas.openxmlformats.org/drawingml/2006/main" noGrp="1"/>
          </p:cNvSpPr>
          <p:nvPr/>
        </p:nvSpPr>
        <p:spPr>
          <a:xfrm xmlns:a="http://schemas.openxmlformats.org/drawingml/2006/main">
            <a:off x="723900" y="200977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b="1">
                <a:solidFill>
                  <a:srgbClr val="215052"/>
                </a:solidFill>
                <a:latin typeface="Plus Jakarta Sans"/>
                <a:ea typeface="Plus Jakarta Sans"/>
                <a:cs typeface="Plus Jakarta Sans"/>
              </a:defRPr>
            </a:defPPr>
            <a:lvl1pPr>
              <a:defRPr sz="900" b="1">
                <a:solidFill>
                  <a:srgbClr val="215052"/>
                </a:solidFill>
                <a:latin typeface="Plus Jakarta Sans"/>
                <a:ea typeface="Plus Jakarta Sans"/>
                <a:cs typeface="Plus Jakarta Sans"/>
              </a:defRPr>
            </a:lvl1pPr>
            <a:lvl2pPr>
              <a:defRPr sz="900" b="1">
                <a:solidFill>
                  <a:srgbClr val="215052"/>
                </a:solidFill>
                <a:latin typeface="Plus Jakarta Sans"/>
                <a:ea typeface="Plus Jakarta Sans"/>
                <a:cs typeface="Plus Jakarta Sans"/>
              </a:defRPr>
            </a:lvl2pPr>
            <a:lvl3pPr>
              <a:defRPr sz="900" b="1">
                <a:solidFill>
                  <a:srgbClr val="215052"/>
                </a:solidFill>
                <a:latin typeface="Plus Jakarta Sans"/>
                <a:ea typeface="Plus Jakarta Sans"/>
                <a:cs typeface="Plus Jakarta Sans"/>
              </a:defRPr>
            </a:lvl3pPr>
            <a:lvl4pPr>
              <a:defRPr sz="900" b="1">
                <a:solidFill>
                  <a:srgbClr val="215052"/>
                </a:solidFill>
                <a:latin typeface="Plus Jakarta Sans"/>
                <a:ea typeface="Plus Jakarta Sans"/>
                <a:cs typeface="Plus Jakarta Sans"/>
              </a:defRPr>
            </a:lvl4pPr>
            <a:lvl5pPr>
              <a:defRPr sz="900" b="1">
                <a:solidFill>
                  <a:srgbClr val="215052"/>
                </a:solidFill>
                <a:latin typeface="Plus Jakarta Sans"/>
                <a:ea typeface="Plus Jakarta Sans"/>
                <a:cs typeface="Plus Jakarta Sans"/>
              </a:defRPr>
            </a:lvl5pPr>
            <a:lvl6pPr>
              <a:defRPr sz="900" b="1">
                <a:solidFill>
                  <a:srgbClr val="215052"/>
                </a:solidFill>
                <a:latin typeface="Plus Jakarta Sans"/>
                <a:ea typeface="Plus Jakarta Sans"/>
                <a:cs typeface="Plus Jakarta Sans"/>
              </a:defRPr>
            </a:lvl6pPr>
            <a:lvl7pPr>
              <a:defRPr sz="900" b="1">
                <a:solidFill>
                  <a:srgbClr val="215052"/>
                </a:solidFill>
                <a:latin typeface="Plus Jakarta Sans"/>
                <a:ea typeface="Plus Jakarta Sans"/>
                <a:cs typeface="Plus Jakarta Sans"/>
              </a:defRPr>
            </a:lvl7pPr>
            <a:lvl8pPr>
              <a:defRPr sz="900" b="1">
                <a:solidFill>
                  <a:srgbClr val="215052"/>
                </a:solidFill>
                <a:latin typeface="Plus Jakarta Sans"/>
                <a:ea typeface="Plus Jakarta Sans"/>
                <a:cs typeface="Plus Jakarta Sans"/>
              </a:defRPr>
            </a:lvl8pPr>
            <a:lvl9pPr>
              <a:defRPr sz="900" b="1">
                <a:solidFill>
                  <a:srgbClr val="215052"/>
                </a:solidFill>
                <a:latin typeface="Plus Jakarta Sans"/>
                <a:ea typeface="Plus Jakarta Sans"/>
                <a:cs typeface="Plus Jakarta Sans"/>
              </a:defRPr>
            </a:lvl9pPr>
          </a:lstStyle>
          <a:p xmlns:a="http://schemas.openxmlformats.org/drawingml/2006/main">
            <a:pPr>
              <a:defRPr sz="900" b="1">
                <a:solidFill>
                  <a:srgbClr val="215052"/>
                </a:solidFill>
                <a:latin typeface="Plus Jakarta Sans"/>
                <a:ea typeface="Plus Jakarta Sans"/>
                <a:cs typeface="Plus Jakarta Sans"/>
              </a:defRPr>
            </a:pPr>
            <a:r>
              <a:rPr sz="900" b="1">
                <a:solidFill>
                  <a:srgbClr val="215052"/>
                </a:solidFill>
                <a:latin typeface="Plus Jakarta Sans"/>
                <a:ea typeface="Plus Jakarta Sans"/>
                <a:cs typeface="Plus Jakarta Sans"/>
              </a:rPr>
              <a:t>TECHNOLOGY AND AI</a:t>
            </a:r>
          </a:p>
        </p:txBody>
      </p:sp>
      <p:sp>
        <p:nvSpPr>
          <p:cNvPr id="6" name="insight title How AI Learned to Use Your Tools">
            <a:extLst xmlns:a="http://schemas.openxmlformats.org/drawingml/2006/main">
              <a:ext uri="{FF2B5EF4-FFF2-40B4-BE49-F238E27FC236}">
                <a16:creationId xmlns:a16="http://schemas.microsoft.com/office/drawing/2014/main" id="{F9BA6141-A1DA-4B6E-A651-FEA72C7B892B}"/>
              </a:ext>
            </a:extLst>
          </p:cNvPr>
          <p:cNvSpPr>
            <a:spLocks xmlns:a="http://schemas.openxmlformats.org/drawingml/2006/main" noGrp="1"/>
          </p:cNvSpPr>
          <p:nvPr/>
        </p:nvSpPr>
        <p:spPr>
          <a:xfrm xmlns:a="http://schemas.openxmlformats.org/drawingml/2006/main">
            <a:off x="723900" y="2266950"/>
            <a:ext cx="10363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425" b="1">
                <a:solidFill>
                  <a:srgbClr val="215052"/>
                </a:solidFill>
                <a:latin typeface="Plus Jakarta Sans"/>
                <a:ea typeface="Plus Jakarta Sans"/>
                <a:cs typeface="Plus Jakarta Sans"/>
              </a:defRPr>
            </a:defPPr>
            <a:lvl1pPr>
              <a:defRPr sz="1425" b="1">
                <a:solidFill>
                  <a:srgbClr val="215052"/>
                </a:solidFill>
                <a:latin typeface="Plus Jakarta Sans"/>
                <a:ea typeface="Plus Jakarta Sans"/>
                <a:cs typeface="Plus Jakarta Sans"/>
              </a:defRPr>
            </a:lvl1pPr>
            <a:lvl2pPr>
              <a:defRPr sz="1425" b="1">
                <a:solidFill>
                  <a:srgbClr val="215052"/>
                </a:solidFill>
                <a:latin typeface="Plus Jakarta Sans"/>
                <a:ea typeface="Plus Jakarta Sans"/>
                <a:cs typeface="Plus Jakarta Sans"/>
              </a:defRPr>
            </a:lvl2pPr>
            <a:lvl3pPr>
              <a:defRPr sz="1425" b="1">
                <a:solidFill>
                  <a:srgbClr val="215052"/>
                </a:solidFill>
                <a:latin typeface="Plus Jakarta Sans"/>
                <a:ea typeface="Plus Jakarta Sans"/>
                <a:cs typeface="Plus Jakarta Sans"/>
              </a:defRPr>
            </a:lvl3pPr>
            <a:lvl4pPr>
              <a:defRPr sz="1425" b="1">
                <a:solidFill>
                  <a:srgbClr val="215052"/>
                </a:solidFill>
                <a:latin typeface="Plus Jakarta Sans"/>
                <a:ea typeface="Plus Jakarta Sans"/>
                <a:cs typeface="Plus Jakarta Sans"/>
              </a:defRPr>
            </a:lvl4pPr>
            <a:lvl5pPr>
              <a:defRPr sz="1425" b="1">
                <a:solidFill>
                  <a:srgbClr val="215052"/>
                </a:solidFill>
                <a:latin typeface="Plus Jakarta Sans"/>
                <a:ea typeface="Plus Jakarta Sans"/>
                <a:cs typeface="Plus Jakarta Sans"/>
              </a:defRPr>
            </a:lvl5pPr>
            <a:lvl6pPr>
              <a:defRPr sz="1425" b="1">
                <a:solidFill>
                  <a:srgbClr val="215052"/>
                </a:solidFill>
                <a:latin typeface="Plus Jakarta Sans"/>
                <a:ea typeface="Plus Jakarta Sans"/>
                <a:cs typeface="Plus Jakarta Sans"/>
              </a:defRPr>
            </a:lvl6pPr>
            <a:lvl7pPr>
              <a:defRPr sz="1425" b="1">
                <a:solidFill>
                  <a:srgbClr val="215052"/>
                </a:solidFill>
                <a:latin typeface="Plus Jakarta Sans"/>
                <a:ea typeface="Plus Jakarta Sans"/>
                <a:cs typeface="Plus Jakarta Sans"/>
              </a:defRPr>
            </a:lvl7pPr>
            <a:lvl8pPr>
              <a:defRPr sz="1425" b="1">
                <a:solidFill>
                  <a:srgbClr val="215052"/>
                </a:solidFill>
                <a:latin typeface="Plus Jakarta Sans"/>
                <a:ea typeface="Plus Jakarta Sans"/>
                <a:cs typeface="Plus Jakarta Sans"/>
              </a:defRPr>
            </a:lvl8pPr>
            <a:lvl9pPr>
              <a:defRPr sz="1425" b="1">
                <a:solidFill>
                  <a:srgbClr val="215052"/>
                </a:solidFill>
                <a:latin typeface="Plus Jakarta Sans"/>
                <a:ea typeface="Plus Jakarta Sans"/>
                <a:cs typeface="Plus Jakarta Sans"/>
              </a:defRPr>
            </a:lvl9pPr>
          </a:lstStyle>
          <a:p xmlns:a="http://schemas.openxmlformats.org/drawingml/2006/main">
            <a:pPr>
              <a:defRPr sz="1425" b="1">
                <a:solidFill>
                  <a:srgbClr val="215052"/>
                </a:solidFill>
                <a:latin typeface="Plus Jakarta Sans"/>
                <a:ea typeface="Plus Jakarta Sans"/>
                <a:cs typeface="Plus Jakarta Sans"/>
              </a:defRPr>
            </a:pPr>
            <a:r>
              <a:rPr sz="1425" b="1">
                <a:solidFill>
                  <a:srgbClr val="215052"/>
                </a:solidFill>
                <a:latin typeface="Plus Jakarta Sans"/>
                <a:ea typeface="Plus Jakarta Sans"/>
                <a:cs typeface="Plus Jakarta Sans"/>
              </a:rPr>
              <a:t>How AI Learned to Use Your Tools</a:t>
            </a:r>
          </a:p>
        </p:txBody>
      </p:sp>
      <p:sp>
        <p:nvSpPr>
          <p:cNvPr id="7" name="insight body How AI Learned to Use Your Tools">
            <a:extLst xmlns:a="http://schemas.openxmlformats.org/drawingml/2006/main">
              <a:ext uri="{FF2B5EF4-FFF2-40B4-BE49-F238E27FC236}">
                <a16:creationId xmlns:a16="http://schemas.microsoft.com/office/drawing/2014/main" id="{A8E0787C-6C4A-4198-A7B8-A52064BA3329}"/>
              </a:ext>
            </a:extLst>
          </p:cNvPr>
          <p:cNvSpPr>
            <a:spLocks xmlns:a="http://schemas.openxmlformats.org/drawingml/2006/main" noGrp="1"/>
          </p:cNvSpPr>
          <p:nvPr/>
        </p:nvSpPr>
        <p:spPr>
          <a:xfrm xmlns:a="http://schemas.openxmlformats.org/drawingml/2006/main">
            <a:off x="723900" y="2562225"/>
            <a:ext cx="10363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75">
                <a:solidFill>
                  <a:srgbClr val="526669"/>
                </a:solidFill>
                <a:latin typeface="Plus Jakarta Sans"/>
                <a:ea typeface="Plus Jakarta Sans"/>
                <a:cs typeface="Plus Jakarta Sans"/>
              </a:defRPr>
            </a:defPPr>
            <a:lvl1pPr>
              <a:defRPr sz="975">
                <a:solidFill>
                  <a:srgbClr val="526669"/>
                </a:solidFill>
                <a:latin typeface="Plus Jakarta Sans"/>
                <a:ea typeface="Plus Jakarta Sans"/>
                <a:cs typeface="Plus Jakarta Sans"/>
              </a:defRPr>
            </a:lvl1pPr>
            <a:lvl2pPr>
              <a:defRPr sz="975">
                <a:solidFill>
                  <a:srgbClr val="526669"/>
                </a:solidFill>
                <a:latin typeface="Plus Jakarta Sans"/>
                <a:ea typeface="Plus Jakarta Sans"/>
                <a:cs typeface="Plus Jakarta Sans"/>
              </a:defRPr>
            </a:lvl2pPr>
            <a:lvl3pPr>
              <a:defRPr sz="975">
                <a:solidFill>
                  <a:srgbClr val="526669"/>
                </a:solidFill>
                <a:latin typeface="Plus Jakarta Sans"/>
                <a:ea typeface="Plus Jakarta Sans"/>
                <a:cs typeface="Plus Jakarta Sans"/>
              </a:defRPr>
            </a:lvl3pPr>
            <a:lvl4pPr>
              <a:defRPr sz="975">
                <a:solidFill>
                  <a:srgbClr val="526669"/>
                </a:solidFill>
                <a:latin typeface="Plus Jakarta Sans"/>
                <a:ea typeface="Plus Jakarta Sans"/>
                <a:cs typeface="Plus Jakarta Sans"/>
              </a:defRPr>
            </a:lvl4pPr>
            <a:lvl5pPr>
              <a:defRPr sz="975">
                <a:solidFill>
                  <a:srgbClr val="526669"/>
                </a:solidFill>
                <a:latin typeface="Plus Jakarta Sans"/>
                <a:ea typeface="Plus Jakarta Sans"/>
                <a:cs typeface="Plus Jakarta Sans"/>
              </a:defRPr>
            </a:lvl5pPr>
            <a:lvl6pPr>
              <a:defRPr sz="975">
                <a:solidFill>
                  <a:srgbClr val="526669"/>
                </a:solidFill>
                <a:latin typeface="Plus Jakarta Sans"/>
                <a:ea typeface="Plus Jakarta Sans"/>
                <a:cs typeface="Plus Jakarta Sans"/>
              </a:defRPr>
            </a:lvl6pPr>
            <a:lvl7pPr>
              <a:defRPr sz="975">
                <a:solidFill>
                  <a:srgbClr val="526669"/>
                </a:solidFill>
                <a:latin typeface="Plus Jakarta Sans"/>
                <a:ea typeface="Plus Jakarta Sans"/>
                <a:cs typeface="Plus Jakarta Sans"/>
              </a:defRPr>
            </a:lvl7pPr>
            <a:lvl8pPr>
              <a:defRPr sz="975">
                <a:solidFill>
                  <a:srgbClr val="526669"/>
                </a:solidFill>
                <a:latin typeface="Plus Jakarta Sans"/>
                <a:ea typeface="Plus Jakarta Sans"/>
                <a:cs typeface="Plus Jakarta Sans"/>
              </a:defRPr>
            </a:lvl8pPr>
            <a:lvl9pPr>
              <a:defRPr sz="975">
                <a:solidFill>
                  <a:srgbClr val="526669"/>
                </a:solidFill>
                <a:latin typeface="Plus Jakarta Sans"/>
                <a:ea typeface="Plus Jakarta Sans"/>
                <a:cs typeface="Plus Jakarta Sans"/>
              </a:defRPr>
            </a:lvl9pPr>
          </a:lstStyle>
          <a:p xmlns:a="http://schemas.openxmlformats.org/drawingml/2006/main">
            <a:pPr>
              <a:defRPr sz="975">
                <a:solidFill>
                  <a:srgbClr val="526669"/>
                </a:solidFill>
                <a:latin typeface="Plus Jakarta Sans"/>
                <a:ea typeface="Plus Jakarta Sans"/>
                <a:cs typeface="Plus Jakarta Sans"/>
              </a:defRPr>
            </a:pPr>
            <a:r>
              <a:rPr sz="975">
                <a:solidFill>
                  <a:srgbClr val="526669"/>
                </a:solidFill>
                <a:latin typeface="Plus Jakarta Sans"/>
                <a:ea typeface="Plus Jakarta Sans"/>
                <a:cs typeface="Plus Jakarta Sans"/>
              </a:rPr>
              <a:t>MCP and specialised agents can connect AI to enterprise tools with clearer boundaries, shared context and approval for consequential actions.</a:t>
            </a:r>
          </a:p>
        </p:txBody>
      </p:sp>
      <p:sp>
        <p:nvSpPr>
          <p:cNvPr id="8" name="divider AI-Driven SDLC">
            <a:extLst xmlns:a="http://schemas.openxmlformats.org/drawingml/2006/main">
              <a:ext uri="{FF2B5EF4-FFF2-40B4-BE49-F238E27FC236}">
                <a16:creationId xmlns:a16="http://schemas.microsoft.com/office/drawing/2014/main" id="{89D90054-3C5E-4187-80F9-07AC6E9314D4}"/>
              </a:ext>
            </a:extLst>
          </p:cNvPr>
          <p:cNvSpPr>
            <a:spLocks xmlns:a="http://schemas.openxmlformats.org/drawingml/2006/main" noGrp="1"/>
          </p:cNvSpPr>
          <p:nvPr/>
        </p:nvSpPr>
        <p:spPr>
          <a:xfrm xmlns:a="http://schemas.openxmlformats.org/drawingml/2006/main">
            <a:off x="723900" y="2981325"/>
            <a:ext cx="10744200" cy="9525"/>
          </a:xfrm>
          <a:prstGeom xmlns:a="http://schemas.openxmlformats.org/drawingml/2006/main" prst="rect">
            <a:avLst/>
          </a:prstGeom>
          <a:solidFill xmlns:a="http://schemas.openxmlformats.org/drawingml/2006/main">
            <a:srgbClr val="CADAD9"/>
          </a:solidFill>
          <a:ln xmlns:a="http://schemas.openxmlformats.org/drawingml/2006/main" w="0">
            <a:noFill/>
            <a:prstDash val="solid"/>
          </a:ln>
        </p:spPr>
      </p:sp>
      <p:sp>
        <p:nvSpPr>
          <p:cNvPr id="9" name="label Technology and AI">
            <a:extLst xmlns:a="http://schemas.openxmlformats.org/drawingml/2006/main">
              <a:ext uri="{FF2B5EF4-FFF2-40B4-BE49-F238E27FC236}">
                <a16:creationId xmlns:a16="http://schemas.microsoft.com/office/drawing/2014/main" id="{F6998411-4F35-413D-A703-9F26955986CC}"/>
              </a:ext>
            </a:extLst>
          </p:cNvPr>
          <p:cNvSpPr>
            <a:spLocks xmlns:a="http://schemas.openxmlformats.org/drawingml/2006/main" noGrp="1"/>
          </p:cNvSpPr>
          <p:nvPr/>
        </p:nvSpPr>
        <p:spPr>
          <a:xfrm xmlns:a="http://schemas.openxmlformats.org/drawingml/2006/main">
            <a:off x="723900" y="313372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b="1">
                <a:solidFill>
                  <a:srgbClr val="215052"/>
                </a:solidFill>
                <a:latin typeface="Plus Jakarta Sans"/>
                <a:ea typeface="Plus Jakarta Sans"/>
                <a:cs typeface="Plus Jakarta Sans"/>
              </a:defRPr>
            </a:defPPr>
            <a:lvl1pPr>
              <a:defRPr sz="900" b="1">
                <a:solidFill>
                  <a:srgbClr val="215052"/>
                </a:solidFill>
                <a:latin typeface="Plus Jakarta Sans"/>
                <a:ea typeface="Plus Jakarta Sans"/>
                <a:cs typeface="Plus Jakarta Sans"/>
              </a:defRPr>
            </a:lvl1pPr>
            <a:lvl2pPr>
              <a:defRPr sz="900" b="1">
                <a:solidFill>
                  <a:srgbClr val="215052"/>
                </a:solidFill>
                <a:latin typeface="Plus Jakarta Sans"/>
                <a:ea typeface="Plus Jakarta Sans"/>
                <a:cs typeface="Plus Jakarta Sans"/>
              </a:defRPr>
            </a:lvl2pPr>
            <a:lvl3pPr>
              <a:defRPr sz="900" b="1">
                <a:solidFill>
                  <a:srgbClr val="215052"/>
                </a:solidFill>
                <a:latin typeface="Plus Jakarta Sans"/>
                <a:ea typeface="Plus Jakarta Sans"/>
                <a:cs typeface="Plus Jakarta Sans"/>
              </a:defRPr>
            </a:lvl3pPr>
            <a:lvl4pPr>
              <a:defRPr sz="900" b="1">
                <a:solidFill>
                  <a:srgbClr val="215052"/>
                </a:solidFill>
                <a:latin typeface="Plus Jakarta Sans"/>
                <a:ea typeface="Plus Jakarta Sans"/>
                <a:cs typeface="Plus Jakarta Sans"/>
              </a:defRPr>
            </a:lvl4pPr>
            <a:lvl5pPr>
              <a:defRPr sz="900" b="1">
                <a:solidFill>
                  <a:srgbClr val="215052"/>
                </a:solidFill>
                <a:latin typeface="Plus Jakarta Sans"/>
                <a:ea typeface="Plus Jakarta Sans"/>
                <a:cs typeface="Plus Jakarta Sans"/>
              </a:defRPr>
            </a:lvl5pPr>
            <a:lvl6pPr>
              <a:defRPr sz="900" b="1">
                <a:solidFill>
                  <a:srgbClr val="215052"/>
                </a:solidFill>
                <a:latin typeface="Plus Jakarta Sans"/>
                <a:ea typeface="Plus Jakarta Sans"/>
                <a:cs typeface="Plus Jakarta Sans"/>
              </a:defRPr>
            </a:lvl6pPr>
            <a:lvl7pPr>
              <a:defRPr sz="900" b="1">
                <a:solidFill>
                  <a:srgbClr val="215052"/>
                </a:solidFill>
                <a:latin typeface="Plus Jakarta Sans"/>
                <a:ea typeface="Plus Jakarta Sans"/>
                <a:cs typeface="Plus Jakarta Sans"/>
              </a:defRPr>
            </a:lvl7pPr>
            <a:lvl8pPr>
              <a:defRPr sz="900" b="1">
                <a:solidFill>
                  <a:srgbClr val="215052"/>
                </a:solidFill>
                <a:latin typeface="Plus Jakarta Sans"/>
                <a:ea typeface="Plus Jakarta Sans"/>
                <a:cs typeface="Plus Jakarta Sans"/>
              </a:defRPr>
            </a:lvl8pPr>
            <a:lvl9pPr>
              <a:defRPr sz="900" b="1">
                <a:solidFill>
                  <a:srgbClr val="215052"/>
                </a:solidFill>
                <a:latin typeface="Plus Jakarta Sans"/>
                <a:ea typeface="Plus Jakarta Sans"/>
                <a:cs typeface="Plus Jakarta Sans"/>
              </a:defRPr>
            </a:lvl9pPr>
          </a:lstStyle>
          <a:p xmlns:a="http://schemas.openxmlformats.org/drawingml/2006/main">
            <a:pPr>
              <a:defRPr sz="900" b="1">
                <a:solidFill>
                  <a:srgbClr val="215052"/>
                </a:solidFill>
                <a:latin typeface="Plus Jakarta Sans"/>
                <a:ea typeface="Plus Jakarta Sans"/>
                <a:cs typeface="Plus Jakarta Sans"/>
              </a:defRPr>
            </a:pPr>
            <a:r>
              <a:rPr sz="900" b="1">
                <a:solidFill>
                  <a:srgbClr val="215052"/>
                </a:solidFill>
                <a:latin typeface="Plus Jakarta Sans"/>
                <a:ea typeface="Plus Jakarta Sans"/>
                <a:cs typeface="Plus Jakarta Sans"/>
              </a:rPr>
              <a:t>TECHNOLOGY AND AI</a:t>
            </a:r>
          </a:p>
        </p:txBody>
      </p:sp>
      <p:sp>
        <p:nvSpPr>
          <p:cNvPr id="10" name="insight title AI-Driven SDLC">
            <a:extLst xmlns:a="http://schemas.openxmlformats.org/drawingml/2006/main">
              <a:ext uri="{FF2B5EF4-FFF2-40B4-BE49-F238E27FC236}">
                <a16:creationId xmlns:a16="http://schemas.microsoft.com/office/drawing/2014/main" id="{6AECABB8-AE6C-4D38-BCD6-151CEB8C25CE}"/>
              </a:ext>
            </a:extLst>
          </p:cNvPr>
          <p:cNvSpPr>
            <a:spLocks xmlns:a="http://schemas.openxmlformats.org/drawingml/2006/main" noGrp="1"/>
          </p:cNvSpPr>
          <p:nvPr/>
        </p:nvSpPr>
        <p:spPr>
          <a:xfrm xmlns:a="http://schemas.openxmlformats.org/drawingml/2006/main">
            <a:off x="723900" y="3390900"/>
            <a:ext cx="10363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425" b="1">
                <a:solidFill>
                  <a:srgbClr val="215052"/>
                </a:solidFill>
                <a:latin typeface="Plus Jakarta Sans"/>
                <a:ea typeface="Plus Jakarta Sans"/>
                <a:cs typeface="Plus Jakarta Sans"/>
              </a:defRPr>
            </a:defPPr>
            <a:lvl1pPr>
              <a:defRPr sz="1425" b="1">
                <a:solidFill>
                  <a:srgbClr val="215052"/>
                </a:solidFill>
                <a:latin typeface="Plus Jakarta Sans"/>
                <a:ea typeface="Plus Jakarta Sans"/>
                <a:cs typeface="Plus Jakarta Sans"/>
              </a:defRPr>
            </a:lvl1pPr>
            <a:lvl2pPr>
              <a:defRPr sz="1425" b="1">
                <a:solidFill>
                  <a:srgbClr val="215052"/>
                </a:solidFill>
                <a:latin typeface="Plus Jakarta Sans"/>
                <a:ea typeface="Plus Jakarta Sans"/>
                <a:cs typeface="Plus Jakarta Sans"/>
              </a:defRPr>
            </a:lvl2pPr>
            <a:lvl3pPr>
              <a:defRPr sz="1425" b="1">
                <a:solidFill>
                  <a:srgbClr val="215052"/>
                </a:solidFill>
                <a:latin typeface="Plus Jakarta Sans"/>
                <a:ea typeface="Plus Jakarta Sans"/>
                <a:cs typeface="Plus Jakarta Sans"/>
              </a:defRPr>
            </a:lvl3pPr>
            <a:lvl4pPr>
              <a:defRPr sz="1425" b="1">
                <a:solidFill>
                  <a:srgbClr val="215052"/>
                </a:solidFill>
                <a:latin typeface="Plus Jakarta Sans"/>
                <a:ea typeface="Plus Jakarta Sans"/>
                <a:cs typeface="Plus Jakarta Sans"/>
              </a:defRPr>
            </a:lvl4pPr>
            <a:lvl5pPr>
              <a:defRPr sz="1425" b="1">
                <a:solidFill>
                  <a:srgbClr val="215052"/>
                </a:solidFill>
                <a:latin typeface="Plus Jakarta Sans"/>
                <a:ea typeface="Plus Jakarta Sans"/>
                <a:cs typeface="Plus Jakarta Sans"/>
              </a:defRPr>
            </a:lvl5pPr>
            <a:lvl6pPr>
              <a:defRPr sz="1425" b="1">
                <a:solidFill>
                  <a:srgbClr val="215052"/>
                </a:solidFill>
                <a:latin typeface="Plus Jakarta Sans"/>
                <a:ea typeface="Plus Jakarta Sans"/>
                <a:cs typeface="Plus Jakarta Sans"/>
              </a:defRPr>
            </a:lvl6pPr>
            <a:lvl7pPr>
              <a:defRPr sz="1425" b="1">
                <a:solidFill>
                  <a:srgbClr val="215052"/>
                </a:solidFill>
                <a:latin typeface="Plus Jakarta Sans"/>
                <a:ea typeface="Plus Jakarta Sans"/>
                <a:cs typeface="Plus Jakarta Sans"/>
              </a:defRPr>
            </a:lvl7pPr>
            <a:lvl8pPr>
              <a:defRPr sz="1425" b="1">
                <a:solidFill>
                  <a:srgbClr val="215052"/>
                </a:solidFill>
                <a:latin typeface="Plus Jakarta Sans"/>
                <a:ea typeface="Plus Jakarta Sans"/>
                <a:cs typeface="Plus Jakarta Sans"/>
              </a:defRPr>
            </a:lvl8pPr>
            <a:lvl9pPr>
              <a:defRPr sz="1425" b="1">
                <a:solidFill>
                  <a:srgbClr val="215052"/>
                </a:solidFill>
                <a:latin typeface="Plus Jakarta Sans"/>
                <a:ea typeface="Plus Jakarta Sans"/>
                <a:cs typeface="Plus Jakarta Sans"/>
              </a:defRPr>
            </a:lvl9pPr>
          </a:lstStyle>
          <a:p xmlns:a="http://schemas.openxmlformats.org/drawingml/2006/main">
            <a:pPr>
              <a:defRPr sz="1425" b="1">
                <a:solidFill>
                  <a:srgbClr val="215052"/>
                </a:solidFill>
                <a:latin typeface="Plus Jakarta Sans"/>
                <a:ea typeface="Plus Jakarta Sans"/>
                <a:cs typeface="Plus Jakarta Sans"/>
              </a:defRPr>
            </a:pPr>
            <a:r>
              <a:rPr sz="1425" b="1">
                <a:solidFill>
                  <a:srgbClr val="215052"/>
                </a:solidFill>
                <a:latin typeface="Plus Jakarta Sans"/>
                <a:ea typeface="Plus Jakarta Sans"/>
                <a:cs typeface="Plus Jakarta Sans"/>
              </a:rPr>
              <a:t>AI-Driven SDLC</a:t>
            </a:r>
          </a:p>
        </p:txBody>
      </p:sp>
      <p:sp>
        <p:nvSpPr>
          <p:cNvPr id="11" name="insight body AI-Driven SDLC">
            <a:extLst xmlns:a="http://schemas.openxmlformats.org/drawingml/2006/main">
              <a:ext uri="{FF2B5EF4-FFF2-40B4-BE49-F238E27FC236}">
                <a16:creationId xmlns:a16="http://schemas.microsoft.com/office/drawing/2014/main" id="{063597D3-81E5-43ED-A1AF-9C327C10D954}"/>
              </a:ext>
            </a:extLst>
          </p:cNvPr>
          <p:cNvSpPr>
            <a:spLocks xmlns:a="http://schemas.openxmlformats.org/drawingml/2006/main" noGrp="1"/>
          </p:cNvSpPr>
          <p:nvPr/>
        </p:nvSpPr>
        <p:spPr>
          <a:xfrm xmlns:a="http://schemas.openxmlformats.org/drawingml/2006/main">
            <a:off x="723900" y="3686175"/>
            <a:ext cx="10363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75">
                <a:solidFill>
                  <a:srgbClr val="526669"/>
                </a:solidFill>
                <a:latin typeface="Plus Jakarta Sans"/>
                <a:ea typeface="Plus Jakarta Sans"/>
                <a:cs typeface="Plus Jakarta Sans"/>
              </a:defRPr>
            </a:defPPr>
            <a:lvl1pPr>
              <a:defRPr sz="975">
                <a:solidFill>
                  <a:srgbClr val="526669"/>
                </a:solidFill>
                <a:latin typeface="Plus Jakarta Sans"/>
                <a:ea typeface="Plus Jakarta Sans"/>
                <a:cs typeface="Plus Jakarta Sans"/>
              </a:defRPr>
            </a:lvl1pPr>
            <a:lvl2pPr>
              <a:defRPr sz="975">
                <a:solidFill>
                  <a:srgbClr val="526669"/>
                </a:solidFill>
                <a:latin typeface="Plus Jakarta Sans"/>
                <a:ea typeface="Plus Jakarta Sans"/>
                <a:cs typeface="Plus Jakarta Sans"/>
              </a:defRPr>
            </a:lvl2pPr>
            <a:lvl3pPr>
              <a:defRPr sz="975">
                <a:solidFill>
                  <a:srgbClr val="526669"/>
                </a:solidFill>
                <a:latin typeface="Plus Jakarta Sans"/>
                <a:ea typeface="Plus Jakarta Sans"/>
                <a:cs typeface="Plus Jakarta Sans"/>
              </a:defRPr>
            </a:lvl3pPr>
            <a:lvl4pPr>
              <a:defRPr sz="975">
                <a:solidFill>
                  <a:srgbClr val="526669"/>
                </a:solidFill>
                <a:latin typeface="Plus Jakarta Sans"/>
                <a:ea typeface="Plus Jakarta Sans"/>
                <a:cs typeface="Plus Jakarta Sans"/>
              </a:defRPr>
            </a:lvl4pPr>
            <a:lvl5pPr>
              <a:defRPr sz="975">
                <a:solidFill>
                  <a:srgbClr val="526669"/>
                </a:solidFill>
                <a:latin typeface="Plus Jakarta Sans"/>
                <a:ea typeface="Plus Jakarta Sans"/>
                <a:cs typeface="Plus Jakarta Sans"/>
              </a:defRPr>
            </a:lvl5pPr>
            <a:lvl6pPr>
              <a:defRPr sz="975">
                <a:solidFill>
                  <a:srgbClr val="526669"/>
                </a:solidFill>
                <a:latin typeface="Plus Jakarta Sans"/>
                <a:ea typeface="Plus Jakarta Sans"/>
                <a:cs typeface="Plus Jakarta Sans"/>
              </a:defRPr>
            </a:lvl6pPr>
            <a:lvl7pPr>
              <a:defRPr sz="975">
                <a:solidFill>
                  <a:srgbClr val="526669"/>
                </a:solidFill>
                <a:latin typeface="Plus Jakarta Sans"/>
                <a:ea typeface="Plus Jakarta Sans"/>
                <a:cs typeface="Plus Jakarta Sans"/>
              </a:defRPr>
            </a:lvl7pPr>
            <a:lvl8pPr>
              <a:defRPr sz="975">
                <a:solidFill>
                  <a:srgbClr val="526669"/>
                </a:solidFill>
                <a:latin typeface="Plus Jakarta Sans"/>
                <a:ea typeface="Plus Jakarta Sans"/>
                <a:cs typeface="Plus Jakarta Sans"/>
              </a:defRPr>
            </a:lvl8pPr>
            <a:lvl9pPr>
              <a:defRPr sz="975">
                <a:solidFill>
                  <a:srgbClr val="526669"/>
                </a:solidFill>
                <a:latin typeface="Plus Jakarta Sans"/>
                <a:ea typeface="Plus Jakarta Sans"/>
                <a:cs typeface="Plus Jakarta Sans"/>
              </a:defRPr>
            </a:lvl9pPr>
          </a:lstStyle>
          <a:p xmlns:a="http://schemas.openxmlformats.org/drawingml/2006/main">
            <a:pPr>
              <a:defRPr sz="975">
                <a:solidFill>
                  <a:srgbClr val="526669"/>
                </a:solidFill>
                <a:latin typeface="Plus Jakarta Sans"/>
                <a:ea typeface="Plus Jakarta Sans"/>
                <a:cs typeface="Plus Jakarta Sans"/>
              </a:defRPr>
            </a:pPr>
            <a:r>
              <a:rPr sz="975">
                <a:solidFill>
                  <a:srgbClr val="526669"/>
                </a:solidFill>
                <a:latin typeface="Plus Jakarta Sans"/>
                <a:ea typeface="Plus Jakarta Sans"/>
                <a:cs typeface="Plus Jakarta Sans"/>
              </a:rPr>
              <a:t>Autonomous workflows can accelerate delivery when design and post-test gates keep accountability with experienced engineers.</a:t>
            </a:r>
          </a:p>
        </p:txBody>
      </p:sp>
      <p:sp>
        <p:nvSpPr>
          <p:cNvPr id="12" name="divider Headless 360">
            <a:extLst xmlns:a="http://schemas.openxmlformats.org/drawingml/2006/main">
              <a:ext uri="{FF2B5EF4-FFF2-40B4-BE49-F238E27FC236}">
                <a16:creationId xmlns:a16="http://schemas.microsoft.com/office/drawing/2014/main" id="{34657CC7-E8C5-492E-BDEA-F0A60844F3D6}"/>
              </a:ext>
            </a:extLst>
          </p:cNvPr>
          <p:cNvSpPr>
            <a:spLocks xmlns:a="http://schemas.openxmlformats.org/drawingml/2006/main" noGrp="1"/>
          </p:cNvSpPr>
          <p:nvPr/>
        </p:nvSpPr>
        <p:spPr>
          <a:xfrm xmlns:a="http://schemas.openxmlformats.org/drawingml/2006/main">
            <a:off x="723900" y="4105275"/>
            <a:ext cx="10744200" cy="9525"/>
          </a:xfrm>
          <a:prstGeom xmlns:a="http://schemas.openxmlformats.org/drawingml/2006/main" prst="rect">
            <a:avLst/>
          </a:prstGeom>
          <a:solidFill xmlns:a="http://schemas.openxmlformats.org/drawingml/2006/main">
            <a:srgbClr val="CADAD9"/>
          </a:solidFill>
          <a:ln xmlns:a="http://schemas.openxmlformats.org/drawingml/2006/main" w="0">
            <a:noFill/>
            <a:prstDash val="solid"/>
          </a:ln>
        </p:spPr>
      </p:sp>
      <p:sp>
        <p:nvSpPr>
          <p:cNvPr id="13" name="label Technology and AI">
            <a:extLst xmlns:a="http://schemas.openxmlformats.org/drawingml/2006/main">
              <a:ext uri="{FF2B5EF4-FFF2-40B4-BE49-F238E27FC236}">
                <a16:creationId xmlns:a16="http://schemas.microsoft.com/office/drawing/2014/main" id="{CA0831E4-D7DB-49AD-B495-AB0C02547B92}"/>
              </a:ext>
            </a:extLst>
          </p:cNvPr>
          <p:cNvSpPr>
            <a:spLocks xmlns:a="http://schemas.openxmlformats.org/drawingml/2006/main" noGrp="1"/>
          </p:cNvSpPr>
          <p:nvPr/>
        </p:nvSpPr>
        <p:spPr>
          <a:xfrm xmlns:a="http://schemas.openxmlformats.org/drawingml/2006/main">
            <a:off x="723900" y="425767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b="1">
                <a:solidFill>
                  <a:srgbClr val="215052"/>
                </a:solidFill>
                <a:latin typeface="Plus Jakarta Sans"/>
                <a:ea typeface="Plus Jakarta Sans"/>
                <a:cs typeface="Plus Jakarta Sans"/>
              </a:defRPr>
            </a:defPPr>
            <a:lvl1pPr>
              <a:defRPr sz="900" b="1">
                <a:solidFill>
                  <a:srgbClr val="215052"/>
                </a:solidFill>
                <a:latin typeface="Plus Jakarta Sans"/>
                <a:ea typeface="Plus Jakarta Sans"/>
                <a:cs typeface="Plus Jakarta Sans"/>
              </a:defRPr>
            </a:lvl1pPr>
            <a:lvl2pPr>
              <a:defRPr sz="900" b="1">
                <a:solidFill>
                  <a:srgbClr val="215052"/>
                </a:solidFill>
                <a:latin typeface="Plus Jakarta Sans"/>
                <a:ea typeface="Plus Jakarta Sans"/>
                <a:cs typeface="Plus Jakarta Sans"/>
              </a:defRPr>
            </a:lvl2pPr>
            <a:lvl3pPr>
              <a:defRPr sz="900" b="1">
                <a:solidFill>
                  <a:srgbClr val="215052"/>
                </a:solidFill>
                <a:latin typeface="Plus Jakarta Sans"/>
                <a:ea typeface="Plus Jakarta Sans"/>
                <a:cs typeface="Plus Jakarta Sans"/>
              </a:defRPr>
            </a:lvl3pPr>
            <a:lvl4pPr>
              <a:defRPr sz="900" b="1">
                <a:solidFill>
                  <a:srgbClr val="215052"/>
                </a:solidFill>
                <a:latin typeface="Plus Jakarta Sans"/>
                <a:ea typeface="Plus Jakarta Sans"/>
                <a:cs typeface="Plus Jakarta Sans"/>
              </a:defRPr>
            </a:lvl4pPr>
            <a:lvl5pPr>
              <a:defRPr sz="900" b="1">
                <a:solidFill>
                  <a:srgbClr val="215052"/>
                </a:solidFill>
                <a:latin typeface="Plus Jakarta Sans"/>
                <a:ea typeface="Plus Jakarta Sans"/>
                <a:cs typeface="Plus Jakarta Sans"/>
              </a:defRPr>
            </a:lvl5pPr>
            <a:lvl6pPr>
              <a:defRPr sz="900" b="1">
                <a:solidFill>
                  <a:srgbClr val="215052"/>
                </a:solidFill>
                <a:latin typeface="Plus Jakarta Sans"/>
                <a:ea typeface="Plus Jakarta Sans"/>
                <a:cs typeface="Plus Jakarta Sans"/>
              </a:defRPr>
            </a:lvl6pPr>
            <a:lvl7pPr>
              <a:defRPr sz="900" b="1">
                <a:solidFill>
                  <a:srgbClr val="215052"/>
                </a:solidFill>
                <a:latin typeface="Plus Jakarta Sans"/>
                <a:ea typeface="Plus Jakarta Sans"/>
                <a:cs typeface="Plus Jakarta Sans"/>
              </a:defRPr>
            </a:lvl7pPr>
            <a:lvl8pPr>
              <a:defRPr sz="900" b="1">
                <a:solidFill>
                  <a:srgbClr val="215052"/>
                </a:solidFill>
                <a:latin typeface="Plus Jakarta Sans"/>
                <a:ea typeface="Plus Jakarta Sans"/>
                <a:cs typeface="Plus Jakarta Sans"/>
              </a:defRPr>
            </a:lvl8pPr>
            <a:lvl9pPr>
              <a:defRPr sz="900" b="1">
                <a:solidFill>
                  <a:srgbClr val="215052"/>
                </a:solidFill>
                <a:latin typeface="Plus Jakarta Sans"/>
                <a:ea typeface="Plus Jakarta Sans"/>
                <a:cs typeface="Plus Jakarta Sans"/>
              </a:defRPr>
            </a:lvl9pPr>
          </a:lstStyle>
          <a:p xmlns:a="http://schemas.openxmlformats.org/drawingml/2006/main">
            <a:pPr>
              <a:defRPr sz="900" b="1">
                <a:solidFill>
                  <a:srgbClr val="215052"/>
                </a:solidFill>
                <a:latin typeface="Plus Jakarta Sans"/>
                <a:ea typeface="Plus Jakarta Sans"/>
                <a:cs typeface="Plus Jakarta Sans"/>
              </a:defRPr>
            </a:pPr>
            <a:r>
              <a:rPr sz="900" b="1">
                <a:solidFill>
                  <a:srgbClr val="215052"/>
                </a:solidFill>
                <a:latin typeface="Plus Jakarta Sans"/>
                <a:ea typeface="Plus Jakarta Sans"/>
                <a:cs typeface="Plus Jakarta Sans"/>
              </a:rPr>
              <a:t>TECHNOLOGY AND AI</a:t>
            </a:r>
          </a:p>
        </p:txBody>
      </p:sp>
      <p:sp>
        <p:nvSpPr>
          <p:cNvPr id="14" name="insight title Headless 360">
            <a:extLst xmlns:a="http://schemas.openxmlformats.org/drawingml/2006/main">
              <a:ext uri="{FF2B5EF4-FFF2-40B4-BE49-F238E27FC236}">
                <a16:creationId xmlns:a16="http://schemas.microsoft.com/office/drawing/2014/main" id="{05051751-1044-4A06-8C49-3CC1AE7C3F6C}"/>
              </a:ext>
            </a:extLst>
          </p:cNvPr>
          <p:cNvSpPr>
            <a:spLocks xmlns:a="http://schemas.openxmlformats.org/drawingml/2006/main" noGrp="1"/>
          </p:cNvSpPr>
          <p:nvPr/>
        </p:nvSpPr>
        <p:spPr>
          <a:xfrm xmlns:a="http://schemas.openxmlformats.org/drawingml/2006/main">
            <a:off x="723900" y="4514850"/>
            <a:ext cx="10363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425" b="1">
                <a:solidFill>
                  <a:srgbClr val="215052"/>
                </a:solidFill>
                <a:latin typeface="Plus Jakarta Sans"/>
                <a:ea typeface="Plus Jakarta Sans"/>
                <a:cs typeface="Plus Jakarta Sans"/>
              </a:defRPr>
            </a:defPPr>
            <a:lvl1pPr>
              <a:defRPr sz="1425" b="1">
                <a:solidFill>
                  <a:srgbClr val="215052"/>
                </a:solidFill>
                <a:latin typeface="Plus Jakarta Sans"/>
                <a:ea typeface="Plus Jakarta Sans"/>
                <a:cs typeface="Plus Jakarta Sans"/>
              </a:defRPr>
            </a:lvl1pPr>
            <a:lvl2pPr>
              <a:defRPr sz="1425" b="1">
                <a:solidFill>
                  <a:srgbClr val="215052"/>
                </a:solidFill>
                <a:latin typeface="Plus Jakarta Sans"/>
                <a:ea typeface="Plus Jakarta Sans"/>
                <a:cs typeface="Plus Jakarta Sans"/>
              </a:defRPr>
            </a:lvl2pPr>
            <a:lvl3pPr>
              <a:defRPr sz="1425" b="1">
                <a:solidFill>
                  <a:srgbClr val="215052"/>
                </a:solidFill>
                <a:latin typeface="Plus Jakarta Sans"/>
                <a:ea typeface="Plus Jakarta Sans"/>
                <a:cs typeface="Plus Jakarta Sans"/>
              </a:defRPr>
            </a:lvl3pPr>
            <a:lvl4pPr>
              <a:defRPr sz="1425" b="1">
                <a:solidFill>
                  <a:srgbClr val="215052"/>
                </a:solidFill>
                <a:latin typeface="Plus Jakarta Sans"/>
                <a:ea typeface="Plus Jakarta Sans"/>
                <a:cs typeface="Plus Jakarta Sans"/>
              </a:defRPr>
            </a:lvl4pPr>
            <a:lvl5pPr>
              <a:defRPr sz="1425" b="1">
                <a:solidFill>
                  <a:srgbClr val="215052"/>
                </a:solidFill>
                <a:latin typeface="Plus Jakarta Sans"/>
                <a:ea typeface="Plus Jakarta Sans"/>
                <a:cs typeface="Plus Jakarta Sans"/>
              </a:defRPr>
            </a:lvl5pPr>
            <a:lvl6pPr>
              <a:defRPr sz="1425" b="1">
                <a:solidFill>
                  <a:srgbClr val="215052"/>
                </a:solidFill>
                <a:latin typeface="Plus Jakarta Sans"/>
                <a:ea typeface="Plus Jakarta Sans"/>
                <a:cs typeface="Plus Jakarta Sans"/>
              </a:defRPr>
            </a:lvl6pPr>
            <a:lvl7pPr>
              <a:defRPr sz="1425" b="1">
                <a:solidFill>
                  <a:srgbClr val="215052"/>
                </a:solidFill>
                <a:latin typeface="Plus Jakarta Sans"/>
                <a:ea typeface="Plus Jakarta Sans"/>
                <a:cs typeface="Plus Jakarta Sans"/>
              </a:defRPr>
            </a:lvl7pPr>
            <a:lvl8pPr>
              <a:defRPr sz="1425" b="1">
                <a:solidFill>
                  <a:srgbClr val="215052"/>
                </a:solidFill>
                <a:latin typeface="Plus Jakarta Sans"/>
                <a:ea typeface="Plus Jakarta Sans"/>
                <a:cs typeface="Plus Jakarta Sans"/>
              </a:defRPr>
            </a:lvl8pPr>
            <a:lvl9pPr>
              <a:defRPr sz="1425" b="1">
                <a:solidFill>
                  <a:srgbClr val="215052"/>
                </a:solidFill>
                <a:latin typeface="Plus Jakarta Sans"/>
                <a:ea typeface="Plus Jakarta Sans"/>
                <a:cs typeface="Plus Jakarta Sans"/>
              </a:defRPr>
            </a:lvl9pPr>
          </a:lstStyle>
          <a:p xmlns:a="http://schemas.openxmlformats.org/drawingml/2006/main">
            <a:pPr>
              <a:defRPr sz="1425" b="1">
                <a:solidFill>
                  <a:srgbClr val="215052"/>
                </a:solidFill>
                <a:latin typeface="Plus Jakarta Sans"/>
                <a:ea typeface="Plus Jakarta Sans"/>
                <a:cs typeface="Plus Jakarta Sans"/>
              </a:defRPr>
            </a:pPr>
            <a:r>
              <a:rPr sz="1425" b="1">
                <a:solidFill>
                  <a:srgbClr val="215052"/>
                </a:solidFill>
                <a:latin typeface="Plus Jakarta Sans"/>
                <a:ea typeface="Plus Jakarta Sans"/>
                <a:cs typeface="Plus Jakarta Sans"/>
              </a:rPr>
              <a:t>Headless 360</a:t>
            </a:r>
          </a:p>
        </p:txBody>
      </p:sp>
      <p:sp>
        <p:nvSpPr>
          <p:cNvPr id="15" name="insight body Headless 360">
            <a:extLst xmlns:a="http://schemas.openxmlformats.org/drawingml/2006/main">
              <a:ext uri="{FF2B5EF4-FFF2-40B4-BE49-F238E27FC236}">
                <a16:creationId xmlns:a16="http://schemas.microsoft.com/office/drawing/2014/main" id="{F337FA76-6C66-4030-BECC-7F58B99EE41B}"/>
              </a:ext>
            </a:extLst>
          </p:cNvPr>
          <p:cNvSpPr>
            <a:spLocks xmlns:a="http://schemas.openxmlformats.org/drawingml/2006/main" noGrp="1"/>
          </p:cNvSpPr>
          <p:nvPr/>
        </p:nvSpPr>
        <p:spPr>
          <a:xfrm xmlns:a="http://schemas.openxmlformats.org/drawingml/2006/main">
            <a:off x="723900" y="4810125"/>
            <a:ext cx="10363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75">
                <a:solidFill>
                  <a:srgbClr val="526669"/>
                </a:solidFill>
                <a:latin typeface="Plus Jakarta Sans"/>
                <a:ea typeface="Plus Jakarta Sans"/>
                <a:cs typeface="Plus Jakarta Sans"/>
              </a:defRPr>
            </a:defPPr>
            <a:lvl1pPr>
              <a:defRPr sz="975">
                <a:solidFill>
                  <a:srgbClr val="526669"/>
                </a:solidFill>
                <a:latin typeface="Plus Jakarta Sans"/>
                <a:ea typeface="Plus Jakarta Sans"/>
                <a:cs typeface="Plus Jakarta Sans"/>
              </a:defRPr>
            </a:lvl1pPr>
            <a:lvl2pPr>
              <a:defRPr sz="975">
                <a:solidFill>
                  <a:srgbClr val="526669"/>
                </a:solidFill>
                <a:latin typeface="Plus Jakarta Sans"/>
                <a:ea typeface="Plus Jakarta Sans"/>
                <a:cs typeface="Plus Jakarta Sans"/>
              </a:defRPr>
            </a:lvl2pPr>
            <a:lvl3pPr>
              <a:defRPr sz="975">
                <a:solidFill>
                  <a:srgbClr val="526669"/>
                </a:solidFill>
                <a:latin typeface="Plus Jakarta Sans"/>
                <a:ea typeface="Plus Jakarta Sans"/>
                <a:cs typeface="Plus Jakarta Sans"/>
              </a:defRPr>
            </a:lvl3pPr>
            <a:lvl4pPr>
              <a:defRPr sz="975">
                <a:solidFill>
                  <a:srgbClr val="526669"/>
                </a:solidFill>
                <a:latin typeface="Plus Jakarta Sans"/>
                <a:ea typeface="Plus Jakarta Sans"/>
                <a:cs typeface="Plus Jakarta Sans"/>
              </a:defRPr>
            </a:lvl4pPr>
            <a:lvl5pPr>
              <a:defRPr sz="975">
                <a:solidFill>
                  <a:srgbClr val="526669"/>
                </a:solidFill>
                <a:latin typeface="Plus Jakarta Sans"/>
                <a:ea typeface="Plus Jakarta Sans"/>
                <a:cs typeface="Plus Jakarta Sans"/>
              </a:defRPr>
            </a:lvl5pPr>
            <a:lvl6pPr>
              <a:defRPr sz="975">
                <a:solidFill>
                  <a:srgbClr val="526669"/>
                </a:solidFill>
                <a:latin typeface="Plus Jakarta Sans"/>
                <a:ea typeface="Plus Jakarta Sans"/>
                <a:cs typeface="Plus Jakarta Sans"/>
              </a:defRPr>
            </a:lvl6pPr>
            <a:lvl7pPr>
              <a:defRPr sz="975">
                <a:solidFill>
                  <a:srgbClr val="526669"/>
                </a:solidFill>
                <a:latin typeface="Plus Jakarta Sans"/>
                <a:ea typeface="Plus Jakarta Sans"/>
                <a:cs typeface="Plus Jakarta Sans"/>
              </a:defRPr>
            </a:lvl7pPr>
            <a:lvl8pPr>
              <a:defRPr sz="975">
                <a:solidFill>
                  <a:srgbClr val="526669"/>
                </a:solidFill>
                <a:latin typeface="Plus Jakarta Sans"/>
                <a:ea typeface="Plus Jakarta Sans"/>
                <a:cs typeface="Plus Jakarta Sans"/>
              </a:defRPr>
            </a:lvl8pPr>
            <a:lvl9pPr>
              <a:defRPr sz="975">
                <a:solidFill>
                  <a:srgbClr val="526669"/>
                </a:solidFill>
                <a:latin typeface="Plus Jakarta Sans"/>
                <a:ea typeface="Plus Jakarta Sans"/>
                <a:cs typeface="Plus Jakarta Sans"/>
              </a:defRPr>
            </a:lvl9pPr>
          </a:lstStyle>
          <a:p xmlns:a="http://schemas.openxmlformats.org/drawingml/2006/main">
            <a:pPr>
              <a:defRPr sz="975">
                <a:solidFill>
                  <a:srgbClr val="526669"/>
                </a:solidFill>
                <a:latin typeface="Plus Jakarta Sans"/>
                <a:ea typeface="Plus Jakarta Sans"/>
                <a:cs typeface="Plus Jakarta Sans"/>
              </a:defRPr>
            </a:pPr>
            <a:r>
              <a:rPr sz="975">
                <a:solidFill>
                  <a:srgbClr val="526669"/>
                </a:solidFill>
                <a:latin typeface="Plus Jakarta Sans"/>
                <a:ea typeface="Plus Jakarta Sans"/>
                <a:cs typeface="Plus Jakarta Sans"/>
              </a:rPr>
              <a:t>Salesforce can act as a governed, context-rich backend for people and AI systems working through the interfaces that fit the work.</a:t>
            </a:r>
          </a:p>
        </p:txBody>
      </p:sp>
      <p:sp>
        <p:nvSpPr>
          <p:cNvPr id="16" name="divider Production-Grade AgentCore">
            <a:extLst xmlns:a="http://schemas.openxmlformats.org/drawingml/2006/main">
              <a:ext uri="{FF2B5EF4-FFF2-40B4-BE49-F238E27FC236}">
                <a16:creationId xmlns:a16="http://schemas.microsoft.com/office/drawing/2014/main" id="{47C11456-42A8-4C72-BB4E-C32AA2C06250}"/>
              </a:ext>
            </a:extLst>
          </p:cNvPr>
          <p:cNvSpPr>
            <a:spLocks xmlns:a="http://schemas.openxmlformats.org/drawingml/2006/main" noGrp="1"/>
          </p:cNvSpPr>
          <p:nvPr/>
        </p:nvSpPr>
        <p:spPr>
          <a:xfrm xmlns:a="http://schemas.openxmlformats.org/drawingml/2006/main">
            <a:off x="723900" y="5229225"/>
            <a:ext cx="10744200" cy="9525"/>
          </a:xfrm>
          <a:prstGeom xmlns:a="http://schemas.openxmlformats.org/drawingml/2006/main" prst="rect">
            <a:avLst/>
          </a:prstGeom>
          <a:solidFill xmlns:a="http://schemas.openxmlformats.org/drawingml/2006/main">
            <a:srgbClr val="CADAD9"/>
          </a:solidFill>
          <a:ln xmlns:a="http://schemas.openxmlformats.org/drawingml/2006/main" w="0">
            <a:noFill/>
            <a:prstDash val="solid"/>
          </a:ln>
        </p:spPr>
      </p:sp>
      <p:sp>
        <p:nvSpPr>
          <p:cNvPr id="17" name="label Technology and AI">
            <a:extLst xmlns:a="http://schemas.openxmlformats.org/drawingml/2006/main">
              <a:ext uri="{FF2B5EF4-FFF2-40B4-BE49-F238E27FC236}">
                <a16:creationId xmlns:a16="http://schemas.microsoft.com/office/drawing/2014/main" id="{9C05C18A-371F-4A9A-B430-C2BD5597FD77}"/>
              </a:ext>
            </a:extLst>
          </p:cNvPr>
          <p:cNvSpPr>
            <a:spLocks xmlns:a="http://schemas.openxmlformats.org/drawingml/2006/main" noGrp="1"/>
          </p:cNvSpPr>
          <p:nvPr/>
        </p:nvSpPr>
        <p:spPr>
          <a:xfrm xmlns:a="http://schemas.openxmlformats.org/drawingml/2006/main">
            <a:off x="723900" y="538162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b="1">
                <a:solidFill>
                  <a:srgbClr val="215052"/>
                </a:solidFill>
                <a:latin typeface="Plus Jakarta Sans"/>
                <a:ea typeface="Plus Jakarta Sans"/>
                <a:cs typeface="Plus Jakarta Sans"/>
              </a:defRPr>
            </a:defPPr>
            <a:lvl1pPr>
              <a:defRPr sz="900" b="1">
                <a:solidFill>
                  <a:srgbClr val="215052"/>
                </a:solidFill>
                <a:latin typeface="Plus Jakarta Sans"/>
                <a:ea typeface="Plus Jakarta Sans"/>
                <a:cs typeface="Plus Jakarta Sans"/>
              </a:defRPr>
            </a:lvl1pPr>
            <a:lvl2pPr>
              <a:defRPr sz="900" b="1">
                <a:solidFill>
                  <a:srgbClr val="215052"/>
                </a:solidFill>
                <a:latin typeface="Plus Jakarta Sans"/>
                <a:ea typeface="Plus Jakarta Sans"/>
                <a:cs typeface="Plus Jakarta Sans"/>
              </a:defRPr>
            </a:lvl2pPr>
            <a:lvl3pPr>
              <a:defRPr sz="900" b="1">
                <a:solidFill>
                  <a:srgbClr val="215052"/>
                </a:solidFill>
                <a:latin typeface="Plus Jakarta Sans"/>
                <a:ea typeface="Plus Jakarta Sans"/>
                <a:cs typeface="Plus Jakarta Sans"/>
              </a:defRPr>
            </a:lvl3pPr>
            <a:lvl4pPr>
              <a:defRPr sz="900" b="1">
                <a:solidFill>
                  <a:srgbClr val="215052"/>
                </a:solidFill>
                <a:latin typeface="Plus Jakarta Sans"/>
                <a:ea typeface="Plus Jakarta Sans"/>
                <a:cs typeface="Plus Jakarta Sans"/>
              </a:defRPr>
            </a:lvl4pPr>
            <a:lvl5pPr>
              <a:defRPr sz="900" b="1">
                <a:solidFill>
                  <a:srgbClr val="215052"/>
                </a:solidFill>
                <a:latin typeface="Plus Jakarta Sans"/>
                <a:ea typeface="Plus Jakarta Sans"/>
                <a:cs typeface="Plus Jakarta Sans"/>
              </a:defRPr>
            </a:lvl5pPr>
            <a:lvl6pPr>
              <a:defRPr sz="900" b="1">
                <a:solidFill>
                  <a:srgbClr val="215052"/>
                </a:solidFill>
                <a:latin typeface="Plus Jakarta Sans"/>
                <a:ea typeface="Plus Jakarta Sans"/>
                <a:cs typeface="Plus Jakarta Sans"/>
              </a:defRPr>
            </a:lvl6pPr>
            <a:lvl7pPr>
              <a:defRPr sz="900" b="1">
                <a:solidFill>
                  <a:srgbClr val="215052"/>
                </a:solidFill>
                <a:latin typeface="Plus Jakarta Sans"/>
                <a:ea typeface="Plus Jakarta Sans"/>
                <a:cs typeface="Plus Jakarta Sans"/>
              </a:defRPr>
            </a:lvl7pPr>
            <a:lvl8pPr>
              <a:defRPr sz="900" b="1">
                <a:solidFill>
                  <a:srgbClr val="215052"/>
                </a:solidFill>
                <a:latin typeface="Plus Jakarta Sans"/>
                <a:ea typeface="Plus Jakarta Sans"/>
                <a:cs typeface="Plus Jakarta Sans"/>
              </a:defRPr>
            </a:lvl8pPr>
            <a:lvl9pPr>
              <a:defRPr sz="900" b="1">
                <a:solidFill>
                  <a:srgbClr val="215052"/>
                </a:solidFill>
                <a:latin typeface="Plus Jakarta Sans"/>
                <a:ea typeface="Plus Jakarta Sans"/>
                <a:cs typeface="Plus Jakarta Sans"/>
              </a:defRPr>
            </a:lvl9pPr>
          </a:lstStyle>
          <a:p xmlns:a="http://schemas.openxmlformats.org/drawingml/2006/main">
            <a:pPr>
              <a:defRPr sz="900" b="1">
                <a:solidFill>
                  <a:srgbClr val="215052"/>
                </a:solidFill>
                <a:latin typeface="Plus Jakarta Sans"/>
                <a:ea typeface="Plus Jakarta Sans"/>
                <a:cs typeface="Plus Jakarta Sans"/>
              </a:defRPr>
            </a:pPr>
            <a:r>
              <a:rPr sz="900" b="1">
                <a:solidFill>
                  <a:srgbClr val="215052"/>
                </a:solidFill>
                <a:latin typeface="Plus Jakarta Sans"/>
                <a:ea typeface="Plus Jakarta Sans"/>
                <a:cs typeface="Plus Jakarta Sans"/>
              </a:rPr>
              <a:t>TECHNOLOGY AND AI</a:t>
            </a:r>
          </a:p>
        </p:txBody>
      </p:sp>
      <p:sp>
        <p:nvSpPr>
          <p:cNvPr id="18" name="insight title Production-Grade AgentCore">
            <a:extLst xmlns:a="http://schemas.openxmlformats.org/drawingml/2006/main">
              <a:ext uri="{FF2B5EF4-FFF2-40B4-BE49-F238E27FC236}">
                <a16:creationId xmlns:a16="http://schemas.microsoft.com/office/drawing/2014/main" id="{5E58711C-BB09-40A7-8804-66392AC849F4}"/>
              </a:ext>
            </a:extLst>
          </p:cNvPr>
          <p:cNvSpPr>
            <a:spLocks xmlns:a="http://schemas.openxmlformats.org/drawingml/2006/main" noGrp="1"/>
          </p:cNvSpPr>
          <p:nvPr/>
        </p:nvSpPr>
        <p:spPr>
          <a:xfrm xmlns:a="http://schemas.openxmlformats.org/drawingml/2006/main">
            <a:off x="723900" y="5638800"/>
            <a:ext cx="10363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425" b="1">
                <a:solidFill>
                  <a:srgbClr val="215052"/>
                </a:solidFill>
                <a:latin typeface="Plus Jakarta Sans"/>
                <a:ea typeface="Plus Jakarta Sans"/>
                <a:cs typeface="Plus Jakarta Sans"/>
              </a:defRPr>
            </a:defPPr>
            <a:lvl1pPr>
              <a:defRPr sz="1425" b="1">
                <a:solidFill>
                  <a:srgbClr val="215052"/>
                </a:solidFill>
                <a:latin typeface="Plus Jakarta Sans"/>
                <a:ea typeface="Plus Jakarta Sans"/>
                <a:cs typeface="Plus Jakarta Sans"/>
              </a:defRPr>
            </a:lvl1pPr>
            <a:lvl2pPr>
              <a:defRPr sz="1425" b="1">
                <a:solidFill>
                  <a:srgbClr val="215052"/>
                </a:solidFill>
                <a:latin typeface="Plus Jakarta Sans"/>
                <a:ea typeface="Plus Jakarta Sans"/>
                <a:cs typeface="Plus Jakarta Sans"/>
              </a:defRPr>
            </a:lvl2pPr>
            <a:lvl3pPr>
              <a:defRPr sz="1425" b="1">
                <a:solidFill>
                  <a:srgbClr val="215052"/>
                </a:solidFill>
                <a:latin typeface="Plus Jakarta Sans"/>
                <a:ea typeface="Plus Jakarta Sans"/>
                <a:cs typeface="Plus Jakarta Sans"/>
              </a:defRPr>
            </a:lvl3pPr>
            <a:lvl4pPr>
              <a:defRPr sz="1425" b="1">
                <a:solidFill>
                  <a:srgbClr val="215052"/>
                </a:solidFill>
                <a:latin typeface="Plus Jakarta Sans"/>
                <a:ea typeface="Plus Jakarta Sans"/>
                <a:cs typeface="Plus Jakarta Sans"/>
              </a:defRPr>
            </a:lvl4pPr>
            <a:lvl5pPr>
              <a:defRPr sz="1425" b="1">
                <a:solidFill>
                  <a:srgbClr val="215052"/>
                </a:solidFill>
                <a:latin typeface="Plus Jakarta Sans"/>
                <a:ea typeface="Plus Jakarta Sans"/>
                <a:cs typeface="Plus Jakarta Sans"/>
              </a:defRPr>
            </a:lvl5pPr>
            <a:lvl6pPr>
              <a:defRPr sz="1425" b="1">
                <a:solidFill>
                  <a:srgbClr val="215052"/>
                </a:solidFill>
                <a:latin typeface="Plus Jakarta Sans"/>
                <a:ea typeface="Plus Jakarta Sans"/>
                <a:cs typeface="Plus Jakarta Sans"/>
              </a:defRPr>
            </a:lvl6pPr>
            <a:lvl7pPr>
              <a:defRPr sz="1425" b="1">
                <a:solidFill>
                  <a:srgbClr val="215052"/>
                </a:solidFill>
                <a:latin typeface="Plus Jakarta Sans"/>
                <a:ea typeface="Plus Jakarta Sans"/>
                <a:cs typeface="Plus Jakarta Sans"/>
              </a:defRPr>
            </a:lvl7pPr>
            <a:lvl8pPr>
              <a:defRPr sz="1425" b="1">
                <a:solidFill>
                  <a:srgbClr val="215052"/>
                </a:solidFill>
                <a:latin typeface="Plus Jakarta Sans"/>
                <a:ea typeface="Plus Jakarta Sans"/>
                <a:cs typeface="Plus Jakarta Sans"/>
              </a:defRPr>
            </a:lvl8pPr>
            <a:lvl9pPr>
              <a:defRPr sz="1425" b="1">
                <a:solidFill>
                  <a:srgbClr val="215052"/>
                </a:solidFill>
                <a:latin typeface="Plus Jakarta Sans"/>
                <a:ea typeface="Plus Jakarta Sans"/>
                <a:cs typeface="Plus Jakarta Sans"/>
              </a:defRPr>
            </a:lvl9pPr>
          </a:lstStyle>
          <a:p xmlns:a="http://schemas.openxmlformats.org/drawingml/2006/main">
            <a:pPr>
              <a:defRPr sz="1425" b="1">
                <a:solidFill>
                  <a:srgbClr val="215052"/>
                </a:solidFill>
                <a:latin typeface="Plus Jakarta Sans"/>
                <a:ea typeface="Plus Jakarta Sans"/>
                <a:cs typeface="Plus Jakarta Sans"/>
              </a:defRPr>
            </a:pPr>
            <a:r>
              <a:rPr sz="1425" b="1">
                <a:solidFill>
                  <a:srgbClr val="215052"/>
                </a:solidFill>
                <a:latin typeface="Plus Jakarta Sans"/>
                <a:ea typeface="Plus Jakarta Sans"/>
                <a:cs typeface="Plus Jakarta Sans"/>
              </a:rPr>
              <a:t>Production-Grade AgentCore</a:t>
            </a:r>
          </a:p>
        </p:txBody>
      </p:sp>
      <p:sp>
        <p:nvSpPr>
          <p:cNvPr id="19" name="insight body Production-Grade AgentCore">
            <a:extLst xmlns:a="http://schemas.openxmlformats.org/drawingml/2006/main">
              <a:ext uri="{FF2B5EF4-FFF2-40B4-BE49-F238E27FC236}">
                <a16:creationId xmlns:a16="http://schemas.microsoft.com/office/drawing/2014/main" id="{9E2408E8-0FDC-4E0A-A7CB-91602A701B96}"/>
              </a:ext>
            </a:extLst>
          </p:cNvPr>
          <p:cNvSpPr>
            <a:spLocks xmlns:a="http://schemas.openxmlformats.org/drawingml/2006/main" noGrp="1"/>
          </p:cNvSpPr>
          <p:nvPr/>
        </p:nvSpPr>
        <p:spPr>
          <a:xfrm xmlns:a="http://schemas.openxmlformats.org/drawingml/2006/main">
            <a:off x="723900" y="5934075"/>
            <a:ext cx="10363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75">
                <a:solidFill>
                  <a:srgbClr val="526669"/>
                </a:solidFill>
                <a:latin typeface="Plus Jakarta Sans"/>
                <a:ea typeface="Plus Jakarta Sans"/>
                <a:cs typeface="Plus Jakarta Sans"/>
              </a:defRPr>
            </a:defPPr>
            <a:lvl1pPr>
              <a:defRPr sz="975">
                <a:solidFill>
                  <a:srgbClr val="526669"/>
                </a:solidFill>
                <a:latin typeface="Plus Jakarta Sans"/>
                <a:ea typeface="Plus Jakarta Sans"/>
                <a:cs typeface="Plus Jakarta Sans"/>
              </a:defRPr>
            </a:lvl1pPr>
            <a:lvl2pPr>
              <a:defRPr sz="975">
                <a:solidFill>
                  <a:srgbClr val="526669"/>
                </a:solidFill>
                <a:latin typeface="Plus Jakarta Sans"/>
                <a:ea typeface="Plus Jakarta Sans"/>
                <a:cs typeface="Plus Jakarta Sans"/>
              </a:defRPr>
            </a:lvl2pPr>
            <a:lvl3pPr>
              <a:defRPr sz="975">
                <a:solidFill>
                  <a:srgbClr val="526669"/>
                </a:solidFill>
                <a:latin typeface="Plus Jakarta Sans"/>
                <a:ea typeface="Plus Jakarta Sans"/>
                <a:cs typeface="Plus Jakarta Sans"/>
              </a:defRPr>
            </a:lvl3pPr>
            <a:lvl4pPr>
              <a:defRPr sz="975">
                <a:solidFill>
                  <a:srgbClr val="526669"/>
                </a:solidFill>
                <a:latin typeface="Plus Jakarta Sans"/>
                <a:ea typeface="Plus Jakarta Sans"/>
                <a:cs typeface="Plus Jakarta Sans"/>
              </a:defRPr>
            </a:lvl4pPr>
            <a:lvl5pPr>
              <a:defRPr sz="975">
                <a:solidFill>
                  <a:srgbClr val="526669"/>
                </a:solidFill>
                <a:latin typeface="Plus Jakarta Sans"/>
                <a:ea typeface="Plus Jakarta Sans"/>
                <a:cs typeface="Plus Jakarta Sans"/>
              </a:defRPr>
            </a:lvl5pPr>
            <a:lvl6pPr>
              <a:defRPr sz="975">
                <a:solidFill>
                  <a:srgbClr val="526669"/>
                </a:solidFill>
                <a:latin typeface="Plus Jakarta Sans"/>
                <a:ea typeface="Plus Jakarta Sans"/>
                <a:cs typeface="Plus Jakarta Sans"/>
              </a:defRPr>
            </a:lvl6pPr>
            <a:lvl7pPr>
              <a:defRPr sz="975">
                <a:solidFill>
                  <a:srgbClr val="526669"/>
                </a:solidFill>
                <a:latin typeface="Plus Jakarta Sans"/>
                <a:ea typeface="Plus Jakarta Sans"/>
                <a:cs typeface="Plus Jakarta Sans"/>
              </a:defRPr>
            </a:lvl7pPr>
            <a:lvl8pPr>
              <a:defRPr sz="975">
                <a:solidFill>
                  <a:srgbClr val="526669"/>
                </a:solidFill>
                <a:latin typeface="Plus Jakarta Sans"/>
                <a:ea typeface="Plus Jakarta Sans"/>
                <a:cs typeface="Plus Jakarta Sans"/>
              </a:defRPr>
            </a:lvl8pPr>
            <a:lvl9pPr>
              <a:defRPr sz="975">
                <a:solidFill>
                  <a:srgbClr val="526669"/>
                </a:solidFill>
                <a:latin typeface="Plus Jakarta Sans"/>
                <a:ea typeface="Plus Jakarta Sans"/>
                <a:cs typeface="Plus Jakarta Sans"/>
              </a:defRPr>
            </a:lvl9pPr>
          </a:lstStyle>
          <a:p xmlns:a="http://schemas.openxmlformats.org/drawingml/2006/main">
            <a:pPr>
              <a:defRPr sz="975">
                <a:solidFill>
                  <a:srgbClr val="526669"/>
                </a:solidFill>
                <a:latin typeface="Plus Jakarta Sans"/>
                <a:ea typeface="Plus Jakarta Sans"/>
                <a:cs typeface="Plus Jakarta Sans"/>
              </a:defRPr>
            </a:pPr>
            <a:r>
              <a:rPr sz="975">
                <a:solidFill>
                  <a:srgbClr val="526669"/>
                </a:solidFill>
                <a:latin typeface="Plus Jakarta Sans"/>
                <a:ea typeface="Plus Jakarta Sans"/>
                <a:cs typeface="Plus Jakarta Sans"/>
              </a:rPr>
              <a:t>Live telemetry, limited tools and policy guardrails make multi-agent operations safer and more useful during production incidents.</a:t>
            </a:r>
          </a:p>
        </p:txBody>
      </p:sp>
      <p:pic>
        <p:nvPicPr>
          <p:cNvPr id="20" name="">
            <a:extLst xmlns:a="http://schemas.openxmlformats.org/drawingml/2006/main">
              <a:ext uri="{FF2B5EF4-FFF2-40B4-BE49-F238E27FC236}">
                <a16:creationId xmlns:a16="http://schemas.microsoft.com/office/drawing/2014/main" id="{6356479E-D1AA-4EBD-8DDD-1C9C80F627D3}"/>
              </a:ext>
            </a:extLst>
          </p:cNvPr>
          <p:cNvPicPr>
            <a:picLocks xmlns:a="http://schemas.openxmlformats.org/drawingml/2006/main" noChangeAspect="1"/>
          </p:cNvPicPr>
          <p:nvPr/>
        </p:nvPicPr>
        <p:blipFill>
          <a:blip xmlns:r="http://schemas.openxmlformats.org/officeDocument/2006/relationships" xmlns:a="http://schemas.openxmlformats.org/drawingml/2006/main" r:embed="Ra0a2699eb5eb40ff"/>
          <a:stretch xmlns:a="http://schemas.openxmlformats.org/drawingml/2006/main"/>
        </p:blipFill>
        <p:spPr>
          <a:xfrm xmlns:a="http://schemas.openxmlformats.org/drawingml/2006/main">
            <a:off x="10010775" y="4800600"/>
            <a:ext cx="1200150" cy="1200150"/>
          </a:xfrm>
          <a:prstGeom xmlns:a="http://schemas.openxmlformats.org/drawingml/2006/main" prst="roundRect">
            <a:avLst>
              <a:gd name="adj" fmla="val 12698"/>
            </a:avLst>
          </a:prstGeom>
        </p:spPr>
      </p:pic>
      <p:sp>
        <p:nvSpPr>
          <p:cNvPr id="21" name="footer line">
            <a:extLst xmlns:a="http://schemas.openxmlformats.org/drawingml/2006/main">
              <a:ext uri="{FF2B5EF4-FFF2-40B4-BE49-F238E27FC236}">
                <a16:creationId xmlns:a16="http://schemas.microsoft.com/office/drawing/2014/main" id="{3DC67746-B8F5-438D-B5F7-397B46BED756}"/>
              </a:ext>
            </a:extLst>
          </p:cNvPr>
          <p:cNvSpPr>
            <a:spLocks xmlns:a="http://schemas.openxmlformats.org/drawingml/2006/main" noGrp="1"/>
          </p:cNvSpPr>
          <p:nvPr/>
        </p:nvSpPr>
        <p:spPr>
          <a:xfrm xmlns:a="http://schemas.openxmlformats.org/drawingml/2006/main">
            <a:off x="723900" y="6362700"/>
            <a:ext cx="10744200" cy="9525"/>
          </a:xfrm>
          <a:prstGeom xmlns:a="http://schemas.openxmlformats.org/drawingml/2006/main" prst="rect">
            <a:avLst/>
          </a:prstGeom>
          <a:solidFill xmlns:a="http://schemas.openxmlformats.org/drawingml/2006/main">
            <a:srgbClr val="CADAD9"/>
          </a:solidFill>
          <a:ln xmlns:a="http://schemas.openxmlformats.org/drawingml/2006/main" w="0">
            <a:noFill/>
            <a:prstDash val="solid"/>
          </a:ln>
        </p:spPr>
      </p:sp>
      <p:sp>
        <p:nvSpPr>
          <p:cNvPr id="22" name="footer event name">
            <a:extLst xmlns:a="http://schemas.openxmlformats.org/drawingml/2006/main">
              <a:ext uri="{FF2B5EF4-FFF2-40B4-BE49-F238E27FC236}">
                <a16:creationId xmlns:a16="http://schemas.microsoft.com/office/drawing/2014/main" id="{16B9A66B-3B8A-4757-BF9E-201CDB56D450}"/>
              </a:ext>
            </a:extLst>
          </p:cNvPr>
          <p:cNvSpPr>
            <a:spLocks xmlns:a="http://schemas.openxmlformats.org/drawingml/2006/main" noGrp="1"/>
          </p:cNvSpPr>
          <p:nvPr/>
        </p:nvSpPr>
        <p:spPr>
          <a:xfrm xmlns:a="http://schemas.openxmlformats.org/drawingml/2006/main">
            <a:off x="7239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750" b="1">
                <a:solidFill>
                  <a:srgbClr val="526669"/>
                </a:solidFill>
                <a:latin typeface="Plus Jakarta Sans"/>
                <a:ea typeface="Plus Jakarta Sans"/>
                <a:cs typeface="Plus Jakarta Sans"/>
              </a:defRPr>
            </a:defPPr>
            <a:lvl1pPr>
              <a:defRPr sz="750" b="1">
                <a:solidFill>
                  <a:srgbClr val="526669"/>
                </a:solidFill>
                <a:latin typeface="Plus Jakarta Sans"/>
                <a:ea typeface="Plus Jakarta Sans"/>
                <a:cs typeface="Plus Jakarta Sans"/>
              </a:defRPr>
            </a:lvl1pPr>
            <a:lvl2pPr>
              <a:defRPr sz="750" b="1">
                <a:solidFill>
                  <a:srgbClr val="526669"/>
                </a:solidFill>
                <a:latin typeface="Plus Jakarta Sans"/>
                <a:ea typeface="Plus Jakarta Sans"/>
                <a:cs typeface="Plus Jakarta Sans"/>
              </a:defRPr>
            </a:lvl2pPr>
            <a:lvl3pPr>
              <a:defRPr sz="750" b="1">
                <a:solidFill>
                  <a:srgbClr val="526669"/>
                </a:solidFill>
                <a:latin typeface="Plus Jakarta Sans"/>
                <a:ea typeface="Plus Jakarta Sans"/>
                <a:cs typeface="Plus Jakarta Sans"/>
              </a:defRPr>
            </a:lvl3pPr>
            <a:lvl4pPr>
              <a:defRPr sz="750" b="1">
                <a:solidFill>
                  <a:srgbClr val="526669"/>
                </a:solidFill>
                <a:latin typeface="Plus Jakarta Sans"/>
                <a:ea typeface="Plus Jakarta Sans"/>
                <a:cs typeface="Plus Jakarta Sans"/>
              </a:defRPr>
            </a:lvl4pPr>
            <a:lvl5pPr>
              <a:defRPr sz="750" b="1">
                <a:solidFill>
                  <a:srgbClr val="526669"/>
                </a:solidFill>
                <a:latin typeface="Plus Jakarta Sans"/>
                <a:ea typeface="Plus Jakarta Sans"/>
                <a:cs typeface="Plus Jakarta Sans"/>
              </a:defRPr>
            </a:lvl5pPr>
            <a:lvl6pPr>
              <a:defRPr sz="750" b="1">
                <a:solidFill>
                  <a:srgbClr val="526669"/>
                </a:solidFill>
                <a:latin typeface="Plus Jakarta Sans"/>
                <a:ea typeface="Plus Jakarta Sans"/>
                <a:cs typeface="Plus Jakarta Sans"/>
              </a:defRPr>
            </a:lvl6pPr>
            <a:lvl7pPr>
              <a:defRPr sz="750" b="1">
                <a:solidFill>
                  <a:srgbClr val="526669"/>
                </a:solidFill>
                <a:latin typeface="Plus Jakarta Sans"/>
                <a:ea typeface="Plus Jakarta Sans"/>
                <a:cs typeface="Plus Jakarta Sans"/>
              </a:defRPr>
            </a:lvl7pPr>
            <a:lvl8pPr>
              <a:defRPr sz="750" b="1">
                <a:solidFill>
                  <a:srgbClr val="526669"/>
                </a:solidFill>
                <a:latin typeface="Plus Jakarta Sans"/>
                <a:ea typeface="Plus Jakarta Sans"/>
                <a:cs typeface="Plus Jakarta Sans"/>
              </a:defRPr>
            </a:lvl8pPr>
            <a:lvl9pPr>
              <a:defRPr sz="750" b="1">
                <a:solidFill>
                  <a:srgbClr val="526669"/>
                </a:solidFill>
                <a:latin typeface="Plus Jakarta Sans"/>
                <a:ea typeface="Plus Jakarta Sans"/>
                <a:cs typeface="Plus Jakarta Sans"/>
              </a:defRPr>
            </a:lvl9pPr>
          </a:lstStyle>
          <a:p xmlns:a="http://schemas.openxmlformats.org/drawingml/2006/main">
            <a:pPr>
              <a:defRPr sz="750" b="1">
                <a:solidFill>
                  <a:srgbClr val="526669"/>
                </a:solidFill>
                <a:latin typeface="Plus Jakarta Sans"/>
                <a:ea typeface="Plus Jakarta Sans"/>
                <a:cs typeface="Plus Jakarta Sans"/>
              </a:defRPr>
            </a:pPr>
            <a:r>
              <a:rPr sz="750" b="1">
                <a:solidFill>
                  <a:srgbClr val="526669"/>
                </a:solidFill>
                <a:latin typeface="Plus Jakarta Sans"/>
                <a:ea typeface="Plus Jakarta Sans"/>
                <a:cs typeface="Plus Jakarta Sans"/>
              </a:rPr>
              <a:t>ODYSSEY, PARTNER SUMMIT ’26</a:t>
            </a:r>
          </a:p>
        </p:txBody>
      </p:sp>
      <p:sp>
        <p:nvSpPr>
          <p:cNvPr id="23" name="footer page number">
            <a:extLst xmlns:a="http://schemas.openxmlformats.org/drawingml/2006/main">
              <a:ext uri="{FF2B5EF4-FFF2-40B4-BE49-F238E27FC236}">
                <a16:creationId xmlns:a16="http://schemas.microsoft.com/office/drawing/2014/main" id="{42D1EFE2-F164-4641-AA69-0583F5B5C099}"/>
              </a:ext>
            </a:extLst>
          </p:cNvPr>
          <p:cNvSpPr>
            <a:spLocks xmlns:a="http://schemas.openxmlformats.org/drawingml/2006/main" noGrp="1"/>
          </p:cNvSpPr>
          <p:nvPr/>
        </p:nvSpPr>
        <p:spPr>
          <a:xfrm xmlns:a="http://schemas.openxmlformats.org/drawingml/2006/main">
            <a:off x="11106150" y="6486525"/>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750" b="1">
                <a:solidFill>
                  <a:srgbClr val="526669"/>
                </a:solidFill>
                <a:latin typeface="Plus Jakarta Sans"/>
                <a:ea typeface="Plus Jakarta Sans"/>
                <a:cs typeface="Plus Jakarta Sans"/>
              </a:defRPr>
            </a:defPPr>
            <a:lvl1pPr algn="r">
              <a:defRPr sz="750" b="1">
                <a:solidFill>
                  <a:srgbClr val="526669"/>
                </a:solidFill>
                <a:latin typeface="Plus Jakarta Sans"/>
                <a:ea typeface="Plus Jakarta Sans"/>
                <a:cs typeface="Plus Jakarta Sans"/>
              </a:defRPr>
            </a:lvl1pPr>
            <a:lvl2pPr algn="r">
              <a:defRPr sz="750" b="1">
                <a:solidFill>
                  <a:srgbClr val="526669"/>
                </a:solidFill>
                <a:latin typeface="Plus Jakarta Sans"/>
                <a:ea typeface="Plus Jakarta Sans"/>
                <a:cs typeface="Plus Jakarta Sans"/>
              </a:defRPr>
            </a:lvl2pPr>
            <a:lvl3pPr algn="r">
              <a:defRPr sz="750" b="1">
                <a:solidFill>
                  <a:srgbClr val="526669"/>
                </a:solidFill>
                <a:latin typeface="Plus Jakarta Sans"/>
                <a:ea typeface="Plus Jakarta Sans"/>
                <a:cs typeface="Plus Jakarta Sans"/>
              </a:defRPr>
            </a:lvl3pPr>
            <a:lvl4pPr algn="r">
              <a:defRPr sz="750" b="1">
                <a:solidFill>
                  <a:srgbClr val="526669"/>
                </a:solidFill>
                <a:latin typeface="Plus Jakarta Sans"/>
                <a:ea typeface="Plus Jakarta Sans"/>
                <a:cs typeface="Plus Jakarta Sans"/>
              </a:defRPr>
            </a:lvl4pPr>
            <a:lvl5pPr algn="r">
              <a:defRPr sz="750" b="1">
                <a:solidFill>
                  <a:srgbClr val="526669"/>
                </a:solidFill>
                <a:latin typeface="Plus Jakarta Sans"/>
                <a:ea typeface="Plus Jakarta Sans"/>
                <a:cs typeface="Plus Jakarta Sans"/>
              </a:defRPr>
            </a:lvl5pPr>
            <a:lvl6pPr algn="r">
              <a:defRPr sz="750" b="1">
                <a:solidFill>
                  <a:srgbClr val="526669"/>
                </a:solidFill>
                <a:latin typeface="Plus Jakarta Sans"/>
                <a:ea typeface="Plus Jakarta Sans"/>
                <a:cs typeface="Plus Jakarta Sans"/>
              </a:defRPr>
            </a:lvl6pPr>
            <a:lvl7pPr algn="r">
              <a:defRPr sz="750" b="1">
                <a:solidFill>
                  <a:srgbClr val="526669"/>
                </a:solidFill>
                <a:latin typeface="Plus Jakarta Sans"/>
                <a:ea typeface="Plus Jakarta Sans"/>
                <a:cs typeface="Plus Jakarta Sans"/>
              </a:defRPr>
            </a:lvl7pPr>
            <a:lvl8pPr algn="r">
              <a:defRPr sz="750" b="1">
                <a:solidFill>
                  <a:srgbClr val="526669"/>
                </a:solidFill>
                <a:latin typeface="Plus Jakarta Sans"/>
                <a:ea typeface="Plus Jakarta Sans"/>
                <a:cs typeface="Plus Jakarta Sans"/>
              </a:defRPr>
            </a:lvl8pPr>
            <a:lvl9pPr algn="r">
              <a:defRPr sz="750" b="1">
                <a:solidFill>
                  <a:srgbClr val="526669"/>
                </a:solidFill>
                <a:latin typeface="Plus Jakarta Sans"/>
                <a:ea typeface="Plus Jakarta Sans"/>
                <a:cs typeface="Plus Jakarta Sans"/>
              </a:defRPr>
            </a:lvl9pPr>
          </a:lstStyle>
          <a:p xmlns:a="http://schemas.openxmlformats.org/drawingml/2006/main">
            <a:pPr algn="r">
              <a:defRPr sz="750" b="1">
                <a:solidFill>
                  <a:srgbClr val="526669"/>
                </a:solidFill>
                <a:latin typeface="Plus Jakarta Sans"/>
                <a:ea typeface="Plus Jakarta Sans"/>
                <a:cs typeface="Plus Jakarta Sans"/>
              </a:defRPr>
            </a:pPr>
            <a:r>
              <a:rPr sz="750" b="1">
                <a:solidFill>
                  <a:srgbClr val="526669"/>
                </a:solidFill>
                <a:latin typeface="Plus Jakarta Sans"/>
                <a:ea typeface="Plus Jakarta Sans"/>
                <a:cs typeface="Plus Jakarta Sans"/>
              </a:rPr>
              <a:t>03</a:t>
            </a:r>
          </a:p>
        </p:txBody>
      </p:sp>
    </p:spTree>
    <p:extLst>
      <p:ext uri="{BB962C8B-B14F-4D97-AF65-F5344CB8AC3E}">
        <p14:creationId xmlns:p14="http://schemas.microsoft.com/office/powerpoint/2010/main" val="176435705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label Session highlights / 02">
            <a:extLst xmlns:a="http://schemas.openxmlformats.org/drawingml/2006/main">
              <a:ext uri="{FF2B5EF4-FFF2-40B4-BE49-F238E27FC236}">
                <a16:creationId xmlns:a16="http://schemas.microsoft.com/office/drawing/2014/main" id="{4C6BE461-7A52-4196-86AD-38EB2FF3A621}"/>
              </a:ext>
            </a:extLst>
          </p:cNvPr>
          <p:cNvSpPr>
            <a:spLocks xmlns:a="http://schemas.openxmlformats.org/drawingml/2006/main" noGrp="1"/>
          </p:cNvSpPr>
          <p:nvPr/>
        </p:nvSpPr>
        <p:spPr>
          <a:xfrm xmlns:a="http://schemas.openxmlformats.org/drawingml/2006/main">
            <a:off x="723900" y="514350"/>
            <a:ext cx="3143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b="1">
                <a:solidFill>
                  <a:srgbClr val="F15D2B"/>
                </a:solidFill>
                <a:latin typeface="Plus Jakarta Sans"/>
                <a:ea typeface="Plus Jakarta Sans"/>
                <a:cs typeface="Plus Jakarta Sans"/>
              </a:defRPr>
            </a:defPPr>
            <a:lvl1pPr>
              <a:defRPr sz="900" b="1">
                <a:solidFill>
                  <a:srgbClr val="F15D2B"/>
                </a:solidFill>
                <a:latin typeface="Plus Jakarta Sans"/>
                <a:ea typeface="Plus Jakarta Sans"/>
                <a:cs typeface="Plus Jakarta Sans"/>
              </a:defRPr>
            </a:lvl1pPr>
            <a:lvl2pPr>
              <a:defRPr sz="900" b="1">
                <a:solidFill>
                  <a:srgbClr val="F15D2B"/>
                </a:solidFill>
                <a:latin typeface="Plus Jakarta Sans"/>
                <a:ea typeface="Plus Jakarta Sans"/>
                <a:cs typeface="Plus Jakarta Sans"/>
              </a:defRPr>
            </a:lvl2pPr>
            <a:lvl3pPr>
              <a:defRPr sz="900" b="1">
                <a:solidFill>
                  <a:srgbClr val="F15D2B"/>
                </a:solidFill>
                <a:latin typeface="Plus Jakarta Sans"/>
                <a:ea typeface="Plus Jakarta Sans"/>
                <a:cs typeface="Plus Jakarta Sans"/>
              </a:defRPr>
            </a:lvl3pPr>
            <a:lvl4pPr>
              <a:defRPr sz="900" b="1">
                <a:solidFill>
                  <a:srgbClr val="F15D2B"/>
                </a:solidFill>
                <a:latin typeface="Plus Jakarta Sans"/>
                <a:ea typeface="Plus Jakarta Sans"/>
                <a:cs typeface="Plus Jakarta Sans"/>
              </a:defRPr>
            </a:lvl4pPr>
            <a:lvl5pPr>
              <a:defRPr sz="900" b="1">
                <a:solidFill>
                  <a:srgbClr val="F15D2B"/>
                </a:solidFill>
                <a:latin typeface="Plus Jakarta Sans"/>
                <a:ea typeface="Plus Jakarta Sans"/>
                <a:cs typeface="Plus Jakarta Sans"/>
              </a:defRPr>
            </a:lvl5pPr>
            <a:lvl6pPr>
              <a:defRPr sz="900" b="1">
                <a:solidFill>
                  <a:srgbClr val="F15D2B"/>
                </a:solidFill>
                <a:latin typeface="Plus Jakarta Sans"/>
                <a:ea typeface="Plus Jakarta Sans"/>
                <a:cs typeface="Plus Jakarta Sans"/>
              </a:defRPr>
            </a:lvl6pPr>
            <a:lvl7pPr>
              <a:defRPr sz="900" b="1">
                <a:solidFill>
                  <a:srgbClr val="F15D2B"/>
                </a:solidFill>
                <a:latin typeface="Plus Jakarta Sans"/>
                <a:ea typeface="Plus Jakarta Sans"/>
                <a:cs typeface="Plus Jakarta Sans"/>
              </a:defRPr>
            </a:lvl7pPr>
            <a:lvl8pPr>
              <a:defRPr sz="900" b="1">
                <a:solidFill>
                  <a:srgbClr val="F15D2B"/>
                </a:solidFill>
                <a:latin typeface="Plus Jakarta Sans"/>
                <a:ea typeface="Plus Jakarta Sans"/>
                <a:cs typeface="Plus Jakarta Sans"/>
              </a:defRPr>
            </a:lvl8pPr>
            <a:lvl9pPr>
              <a:defRPr sz="900" b="1">
                <a:solidFill>
                  <a:srgbClr val="F15D2B"/>
                </a:solidFill>
                <a:latin typeface="Plus Jakarta Sans"/>
                <a:ea typeface="Plus Jakarta Sans"/>
                <a:cs typeface="Plus Jakarta Sans"/>
              </a:defRPr>
            </a:lvl9pPr>
          </a:lstStyle>
          <a:p xmlns:a="http://schemas.openxmlformats.org/drawingml/2006/main">
            <a:pPr>
              <a:defRPr sz="900" b="1">
                <a:solidFill>
                  <a:srgbClr val="F15D2B"/>
                </a:solidFill>
                <a:latin typeface="Plus Jakarta Sans"/>
                <a:ea typeface="Plus Jakarta Sans"/>
                <a:cs typeface="Plus Jakarta Sans"/>
              </a:defRPr>
            </a:pPr>
            <a:r>
              <a:rPr sz="900" b="1">
                <a:solidFill>
                  <a:srgbClr val="F15D2B"/>
                </a:solidFill>
                <a:latin typeface="Plus Jakarta Sans"/>
                <a:ea typeface="Plus Jakarta Sans"/>
                <a:cs typeface="Plus Jakarta Sans"/>
              </a:rPr>
              <a:t>SESSION HIGHLIGHTS / 02</a:t>
            </a:r>
          </a:p>
        </p:txBody>
      </p:sp>
      <p:sp>
        <p:nvSpPr>
          <p:cNvPr id="2" name="GCC section heading">
            <a:extLst xmlns:a="http://schemas.openxmlformats.org/drawingml/2006/main">
              <a:ext uri="{FF2B5EF4-FFF2-40B4-BE49-F238E27FC236}">
                <a16:creationId xmlns:a16="http://schemas.microsoft.com/office/drawing/2014/main" id="{2135483A-0860-4457-B1F4-9503BB11C5FC}"/>
              </a:ext>
            </a:extLst>
          </p:cNvPr>
          <p:cNvSpPr>
            <a:spLocks xmlns:a="http://schemas.openxmlformats.org/drawingml/2006/main" noGrp="1"/>
          </p:cNvSpPr>
          <p:nvPr/>
        </p:nvSpPr>
        <p:spPr>
          <a:xfrm xmlns:a="http://schemas.openxmlformats.org/drawingml/2006/main">
            <a:off x="723900" y="828675"/>
            <a:ext cx="7905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700" b="1">
                <a:solidFill>
                  <a:srgbClr val="215052"/>
                </a:solidFill>
                <a:latin typeface="Plus Jakarta Sans"/>
                <a:ea typeface="Plus Jakarta Sans"/>
                <a:cs typeface="Plus Jakarta Sans"/>
              </a:defRPr>
            </a:defPPr>
            <a:lvl1pPr>
              <a:defRPr sz="2700" b="1">
                <a:solidFill>
                  <a:srgbClr val="215052"/>
                </a:solidFill>
                <a:latin typeface="Plus Jakarta Sans"/>
                <a:ea typeface="Plus Jakarta Sans"/>
                <a:cs typeface="Plus Jakarta Sans"/>
              </a:defRPr>
            </a:lvl1pPr>
            <a:lvl2pPr>
              <a:defRPr sz="2700" b="1">
                <a:solidFill>
                  <a:srgbClr val="215052"/>
                </a:solidFill>
                <a:latin typeface="Plus Jakarta Sans"/>
                <a:ea typeface="Plus Jakarta Sans"/>
                <a:cs typeface="Plus Jakarta Sans"/>
              </a:defRPr>
            </a:lvl2pPr>
            <a:lvl3pPr>
              <a:defRPr sz="2700" b="1">
                <a:solidFill>
                  <a:srgbClr val="215052"/>
                </a:solidFill>
                <a:latin typeface="Plus Jakarta Sans"/>
                <a:ea typeface="Plus Jakarta Sans"/>
                <a:cs typeface="Plus Jakarta Sans"/>
              </a:defRPr>
            </a:lvl3pPr>
            <a:lvl4pPr>
              <a:defRPr sz="2700" b="1">
                <a:solidFill>
                  <a:srgbClr val="215052"/>
                </a:solidFill>
                <a:latin typeface="Plus Jakarta Sans"/>
                <a:ea typeface="Plus Jakarta Sans"/>
                <a:cs typeface="Plus Jakarta Sans"/>
              </a:defRPr>
            </a:lvl4pPr>
            <a:lvl5pPr>
              <a:defRPr sz="2700" b="1">
                <a:solidFill>
                  <a:srgbClr val="215052"/>
                </a:solidFill>
                <a:latin typeface="Plus Jakarta Sans"/>
                <a:ea typeface="Plus Jakarta Sans"/>
                <a:cs typeface="Plus Jakarta Sans"/>
              </a:defRPr>
            </a:lvl5pPr>
            <a:lvl6pPr>
              <a:defRPr sz="2700" b="1">
                <a:solidFill>
                  <a:srgbClr val="215052"/>
                </a:solidFill>
                <a:latin typeface="Plus Jakarta Sans"/>
                <a:ea typeface="Plus Jakarta Sans"/>
                <a:cs typeface="Plus Jakarta Sans"/>
              </a:defRPr>
            </a:lvl6pPr>
            <a:lvl7pPr>
              <a:defRPr sz="2700" b="1">
                <a:solidFill>
                  <a:srgbClr val="215052"/>
                </a:solidFill>
                <a:latin typeface="Plus Jakarta Sans"/>
                <a:ea typeface="Plus Jakarta Sans"/>
                <a:cs typeface="Plus Jakarta Sans"/>
              </a:defRPr>
            </a:lvl7pPr>
            <a:lvl8pPr>
              <a:defRPr sz="2700" b="1">
                <a:solidFill>
                  <a:srgbClr val="215052"/>
                </a:solidFill>
                <a:latin typeface="Plus Jakarta Sans"/>
                <a:ea typeface="Plus Jakarta Sans"/>
                <a:cs typeface="Plus Jakarta Sans"/>
              </a:defRPr>
            </a:lvl8pPr>
            <a:lvl9pPr>
              <a:defRPr sz="2700" b="1">
                <a:solidFill>
                  <a:srgbClr val="215052"/>
                </a:solidFill>
                <a:latin typeface="Plus Jakarta Sans"/>
                <a:ea typeface="Plus Jakarta Sans"/>
                <a:cs typeface="Plus Jakarta Sans"/>
              </a:defRPr>
            </a:lvl9pPr>
          </a:lstStyle>
          <a:p xmlns:a="http://schemas.openxmlformats.org/drawingml/2006/main">
            <a:pPr>
              <a:defRPr sz="2700" b="1">
                <a:solidFill>
                  <a:srgbClr val="215052"/>
                </a:solidFill>
                <a:latin typeface="Plus Jakarta Sans"/>
                <a:ea typeface="Plus Jakarta Sans"/>
                <a:cs typeface="Plus Jakarta Sans"/>
              </a:defRPr>
            </a:pPr>
            <a:r>
              <a:rPr sz="2700" b="1">
                <a:solidFill>
                  <a:srgbClr val="215052"/>
                </a:solidFill>
                <a:latin typeface="Plus Jakarta Sans"/>
                <a:ea typeface="Plus Jakarta Sans"/>
                <a:cs typeface="Plus Jakarta Sans"/>
              </a:rPr>
              <a:t>Building GCCs with intent</a:t>
            </a:r>
          </a:p>
        </p:txBody>
      </p:sp>
      <p:sp>
        <p:nvSpPr>
          <p:cNvPr id="3" name="GCC section introduction">
            <a:extLst xmlns:a="http://schemas.openxmlformats.org/drawingml/2006/main">
              <a:ext uri="{FF2B5EF4-FFF2-40B4-BE49-F238E27FC236}">
                <a16:creationId xmlns:a16="http://schemas.microsoft.com/office/drawing/2014/main" id="{C5C1DFE2-5327-4CE4-AD33-5E94A372AE53}"/>
              </a:ext>
            </a:extLst>
          </p:cNvPr>
          <p:cNvSpPr>
            <a:spLocks xmlns:a="http://schemas.openxmlformats.org/drawingml/2006/main" noGrp="1"/>
          </p:cNvSpPr>
          <p:nvPr/>
        </p:nvSpPr>
        <p:spPr>
          <a:xfrm xmlns:a="http://schemas.openxmlformats.org/drawingml/2006/main">
            <a:off x="723900" y="1352550"/>
            <a:ext cx="876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a:solidFill>
                  <a:srgbClr val="526669"/>
                </a:solidFill>
                <a:latin typeface="Plus Jakarta Sans"/>
                <a:ea typeface="Plus Jakarta Sans"/>
                <a:cs typeface="Plus Jakarta Sans"/>
              </a:defRPr>
            </a:defPPr>
            <a:lvl1pPr>
              <a:defRPr sz="1125">
                <a:solidFill>
                  <a:srgbClr val="526669"/>
                </a:solidFill>
                <a:latin typeface="Plus Jakarta Sans"/>
                <a:ea typeface="Plus Jakarta Sans"/>
                <a:cs typeface="Plus Jakarta Sans"/>
              </a:defRPr>
            </a:lvl1pPr>
            <a:lvl2pPr>
              <a:defRPr sz="1125">
                <a:solidFill>
                  <a:srgbClr val="526669"/>
                </a:solidFill>
                <a:latin typeface="Plus Jakarta Sans"/>
                <a:ea typeface="Plus Jakarta Sans"/>
                <a:cs typeface="Plus Jakarta Sans"/>
              </a:defRPr>
            </a:lvl2pPr>
            <a:lvl3pPr>
              <a:defRPr sz="1125">
                <a:solidFill>
                  <a:srgbClr val="526669"/>
                </a:solidFill>
                <a:latin typeface="Plus Jakarta Sans"/>
                <a:ea typeface="Plus Jakarta Sans"/>
                <a:cs typeface="Plus Jakarta Sans"/>
              </a:defRPr>
            </a:lvl3pPr>
            <a:lvl4pPr>
              <a:defRPr sz="1125">
                <a:solidFill>
                  <a:srgbClr val="526669"/>
                </a:solidFill>
                <a:latin typeface="Plus Jakarta Sans"/>
                <a:ea typeface="Plus Jakarta Sans"/>
                <a:cs typeface="Plus Jakarta Sans"/>
              </a:defRPr>
            </a:lvl4pPr>
            <a:lvl5pPr>
              <a:defRPr sz="1125">
                <a:solidFill>
                  <a:srgbClr val="526669"/>
                </a:solidFill>
                <a:latin typeface="Plus Jakarta Sans"/>
                <a:ea typeface="Plus Jakarta Sans"/>
                <a:cs typeface="Plus Jakarta Sans"/>
              </a:defRPr>
            </a:lvl5pPr>
            <a:lvl6pPr>
              <a:defRPr sz="1125">
                <a:solidFill>
                  <a:srgbClr val="526669"/>
                </a:solidFill>
                <a:latin typeface="Plus Jakarta Sans"/>
                <a:ea typeface="Plus Jakarta Sans"/>
                <a:cs typeface="Plus Jakarta Sans"/>
              </a:defRPr>
            </a:lvl6pPr>
            <a:lvl7pPr>
              <a:defRPr sz="1125">
                <a:solidFill>
                  <a:srgbClr val="526669"/>
                </a:solidFill>
                <a:latin typeface="Plus Jakarta Sans"/>
                <a:ea typeface="Plus Jakarta Sans"/>
                <a:cs typeface="Plus Jakarta Sans"/>
              </a:defRPr>
            </a:lvl7pPr>
            <a:lvl8pPr>
              <a:defRPr sz="1125">
                <a:solidFill>
                  <a:srgbClr val="526669"/>
                </a:solidFill>
                <a:latin typeface="Plus Jakarta Sans"/>
                <a:ea typeface="Plus Jakarta Sans"/>
                <a:cs typeface="Plus Jakarta Sans"/>
              </a:defRPr>
            </a:lvl8pPr>
            <a:lvl9pPr>
              <a:defRPr sz="1125">
                <a:solidFill>
                  <a:srgbClr val="526669"/>
                </a:solidFill>
                <a:latin typeface="Plus Jakarta Sans"/>
                <a:ea typeface="Plus Jakarta Sans"/>
                <a:cs typeface="Plus Jakarta Sans"/>
              </a:defRPr>
            </a:lvl9pPr>
          </a:lstStyle>
          <a:p xmlns:a="http://schemas.openxmlformats.org/drawingml/2006/main">
            <a:pPr>
              <a:defRPr sz="1125">
                <a:solidFill>
                  <a:srgbClr val="526669"/>
                </a:solidFill>
                <a:latin typeface="Plus Jakarta Sans"/>
                <a:ea typeface="Plus Jakarta Sans"/>
                <a:cs typeface="Plus Jakarta Sans"/>
              </a:defRPr>
            </a:pPr>
            <a:r>
              <a:rPr sz="1125">
                <a:solidFill>
                  <a:srgbClr val="526669"/>
                </a:solidFill>
                <a:latin typeface="Plus Jakarta Sans"/>
                <a:ea typeface="Plus Jakarta Sans"/>
                <a:cs typeface="Plus Jakarta Sans"/>
              </a:rPr>
              <a:t>Partner and BOT perspectives placed integration and real business value ahead of novelty.</a:t>
            </a:r>
          </a:p>
        </p:txBody>
      </p:sp>
      <p:sp>
        <p:nvSpPr>
          <p:cNvPr id="4" name="divider GCC Panel: AllCloud and Cloudsmith">
            <a:extLst xmlns:a="http://schemas.openxmlformats.org/drawingml/2006/main">
              <a:ext uri="{FF2B5EF4-FFF2-40B4-BE49-F238E27FC236}">
                <a16:creationId xmlns:a16="http://schemas.microsoft.com/office/drawing/2014/main" id="{081F2CE3-D733-4A3D-AE05-AC46F0411278}"/>
              </a:ext>
            </a:extLst>
          </p:cNvPr>
          <p:cNvSpPr>
            <a:spLocks xmlns:a="http://schemas.openxmlformats.org/drawingml/2006/main" noGrp="1"/>
          </p:cNvSpPr>
          <p:nvPr/>
        </p:nvSpPr>
        <p:spPr>
          <a:xfrm xmlns:a="http://schemas.openxmlformats.org/drawingml/2006/main">
            <a:off x="723900" y="1895475"/>
            <a:ext cx="10744200" cy="9525"/>
          </a:xfrm>
          <a:prstGeom xmlns:a="http://schemas.openxmlformats.org/drawingml/2006/main" prst="rect">
            <a:avLst/>
          </a:prstGeom>
          <a:solidFill xmlns:a="http://schemas.openxmlformats.org/drawingml/2006/main">
            <a:srgbClr val="CADAD9"/>
          </a:solidFill>
          <a:ln xmlns:a="http://schemas.openxmlformats.org/drawingml/2006/main" w="0">
            <a:noFill/>
            <a:prstDash val="solid"/>
          </a:ln>
        </p:spPr>
      </p:sp>
      <p:sp>
        <p:nvSpPr>
          <p:cNvPr id="5" name="label GCC and business">
            <a:extLst xmlns:a="http://schemas.openxmlformats.org/drawingml/2006/main">
              <a:ext uri="{FF2B5EF4-FFF2-40B4-BE49-F238E27FC236}">
                <a16:creationId xmlns:a16="http://schemas.microsoft.com/office/drawing/2014/main" id="{90736BCB-11DE-41F9-A2F2-623B99658CF8}"/>
              </a:ext>
            </a:extLst>
          </p:cNvPr>
          <p:cNvSpPr>
            <a:spLocks xmlns:a="http://schemas.openxmlformats.org/drawingml/2006/main" noGrp="1"/>
          </p:cNvSpPr>
          <p:nvPr/>
        </p:nvSpPr>
        <p:spPr>
          <a:xfrm xmlns:a="http://schemas.openxmlformats.org/drawingml/2006/main">
            <a:off x="723900" y="204787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b="1">
                <a:solidFill>
                  <a:srgbClr val="215052"/>
                </a:solidFill>
                <a:latin typeface="Plus Jakarta Sans"/>
                <a:ea typeface="Plus Jakarta Sans"/>
                <a:cs typeface="Plus Jakarta Sans"/>
              </a:defRPr>
            </a:defPPr>
            <a:lvl1pPr>
              <a:defRPr sz="900" b="1">
                <a:solidFill>
                  <a:srgbClr val="215052"/>
                </a:solidFill>
                <a:latin typeface="Plus Jakarta Sans"/>
                <a:ea typeface="Plus Jakarta Sans"/>
                <a:cs typeface="Plus Jakarta Sans"/>
              </a:defRPr>
            </a:lvl1pPr>
            <a:lvl2pPr>
              <a:defRPr sz="900" b="1">
                <a:solidFill>
                  <a:srgbClr val="215052"/>
                </a:solidFill>
                <a:latin typeface="Plus Jakarta Sans"/>
                <a:ea typeface="Plus Jakarta Sans"/>
                <a:cs typeface="Plus Jakarta Sans"/>
              </a:defRPr>
            </a:lvl2pPr>
            <a:lvl3pPr>
              <a:defRPr sz="900" b="1">
                <a:solidFill>
                  <a:srgbClr val="215052"/>
                </a:solidFill>
                <a:latin typeface="Plus Jakarta Sans"/>
                <a:ea typeface="Plus Jakarta Sans"/>
                <a:cs typeface="Plus Jakarta Sans"/>
              </a:defRPr>
            </a:lvl3pPr>
            <a:lvl4pPr>
              <a:defRPr sz="900" b="1">
                <a:solidFill>
                  <a:srgbClr val="215052"/>
                </a:solidFill>
                <a:latin typeface="Plus Jakarta Sans"/>
                <a:ea typeface="Plus Jakarta Sans"/>
                <a:cs typeface="Plus Jakarta Sans"/>
              </a:defRPr>
            </a:lvl4pPr>
            <a:lvl5pPr>
              <a:defRPr sz="900" b="1">
                <a:solidFill>
                  <a:srgbClr val="215052"/>
                </a:solidFill>
                <a:latin typeface="Plus Jakarta Sans"/>
                <a:ea typeface="Plus Jakarta Sans"/>
                <a:cs typeface="Plus Jakarta Sans"/>
              </a:defRPr>
            </a:lvl5pPr>
            <a:lvl6pPr>
              <a:defRPr sz="900" b="1">
                <a:solidFill>
                  <a:srgbClr val="215052"/>
                </a:solidFill>
                <a:latin typeface="Plus Jakarta Sans"/>
                <a:ea typeface="Plus Jakarta Sans"/>
                <a:cs typeface="Plus Jakarta Sans"/>
              </a:defRPr>
            </a:lvl6pPr>
            <a:lvl7pPr>
              <a:defRPr sz="900" b="1">
                <a:solidFill>
                  <a:srgbClr val="215052"/>
                </a:solidFill>
                <a:latin typeface="Plus Jakarta Sans"/>
                <a:ea typeface="Plus Jakarta Sans"/>
                <a:cs typeface="Plus Jakarta Sans"/>
              </a:defRPr>
            </a:lvl7pPr>
            <a:lvl8pPr>
              <a:defRPr sz="900" b="1">
                <a:solidFill>
                  <a:srgbClr val="215052"/>
                </a:solidFill>
                <a:latin typeface="Plus Jakarta Sans"/>
                <a:ea typeface="Plus Jakarta Sans"/>
                <a:cs typeface="Plus Jakarta Sans"/>
              </a:defRPr>
            </a:lvl8pPr>
            <a:lvl9pPr>
              <a:defRPr sz="900" b="1">
                <a:solidFill>
                  <a:srgbClr val="215052"/>
                </a:solidFill>
                <a:latin typeface="Plus Jakarta Sans"/>
                <a:ea typeface="Plus Jakarta Sans"/>
                <a:cs typeface="Plus Jakarta Sans"/>
              </a:defRPr>
            </a:lvl9pPr>
          </a:lstStyle>
          <a:p xmlns:a="http://schemas.openxmlformats.org/drawingml/2006/main">
            <a:pPr>
              <a:defRPr sz="900" b="1">
                <a:solidFill>
                  <a:srgbClr val="215052"/>
                </a:solidFill>
                <a:latin typeface="Plus Jakarta Sans"/>
                <a:ea typeface="Plus Jakarta Sans"/>
                <a:cs typeface="Plus Jakarta Sans"/>
              </a:defRPr>
            </a:pPr>
            <a:r>
              <a:rPr sz="900" b="1">
                <a:solidFill>
                  <a:srgbClr val="215052"/>
                </a:solidFill>
                <a:latin typeface="Plus Jakarta Sans"/>
                <a:ea typeface="Plus Jakarta Sans"/>
                <a:cs typeface="Plus Jakarta Sans"/>
              </a:rPr>
              <a:t>GCC AND BUSINESS</a:t>
            </a:r>
          </a:p>
        </p:txBody>
      </p:sp>
      <p:sp>
        <p:nvSpPr>
          <p:cNvPr id="6" name="insight title GCC Panel: AllCloud and Cloudsmith">
            <a:extLst xmlns:a="http://schemas.openxmlformats.org/drawingml/2006/main">
              <a:ext uri="{FF2B5EF4-FFF2-40B4-BE49-F238E27FC236}">
                <a16:creationId xmlns:a16="http://schemas.microsoft.com/office/drawing/2014/main" id="{506CC3AC-617B-4F0E-9FFD-E47D44F13B06}"/>
              </a:ext>
            </a:extLst>
          </p:cNvPr>
          <p:cNvSpPr>
            <a:spLocks xmlns:a="http://schemas.openxmlformats.org/drawingml/2006/main" noGrp="1"/>
          </p:cNvSpPr>
          <p:nvPr/>
        </p:nvSpPr>
        <p:spPr>
          <a:xfrm xmlns:a="http://schemas.openxmlformats.org/drawingml/2006/main">
            <a:off x="723900" y="2305050"/>
            <a:ext cx="10363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425" b="1">
                <a:solidFill>
                  <a:srgbClr val="215052"/>
                </a:solidFill>
                <a:latin typeface="Plus Jakarta Sans"/>
                <a:ea typeface="Plus Jakarta Sans"/>
                <a:cs typeface="Plus Jakarta Sans"/>
              </a:defRPr>
            </a:defPPr>
            <a:lvl1pPr>
              <a:defRPr sz="1425" b="1">
                <a:solidFill>
                  <a:srgbClr val="215052"/>
                </a:solidFill>
                <a:latin typeface="Plus Jakarta Sans"/>
                <a:ea typeface="Plus Jakarta Sans"/>
                <a:cs typeface="Plus Jakarta Sans"/>
              </a:defRPr>
            </a:lvl1pPr>
            <a:lvl2pPr>
              <a:defRPr sz="1425" b="1">
                <a:solidFill>
                  <a:srgbClr val="215052"/>
                </a:solidFill>
                <a:latin typeface="Plus Jakarta Sans"/>
                <a:ea typeface="Plus Jakarta Sans"/>
                <a:cs typeface="Plus Jakarta Sans"/>
              </a:defRPr>
            </a:lvl2pPr>
            <a:lvl3pPr>
              <a:defRPr sz="1425" b="1">
                <a:solidFill>
                  <a:srgbClr val="215052"/>
                </a:solidFill>
                <a:latin typeface="Plus Jakarta Sans"/>
                <a:ea typeface="Plus Jakarta Sans"/>
                <a:cs typeface="Plus Jakarta Sans"/>
              </a:defRPr>
            </a:lvl3pPr>
            <a:lvl4pPr>
              <a:defRPr sz="1425" b="1">
                <a:solidFill>
                  <a:srgbClr val="215052"/>
                </a:solidFill>
                <a:latin typeface="Plus Jakarta Sans"/>
                <a:ea typeface="Plus Jakarta Sans"/>
                <a:cs typeface="Plus Jakarta Sans"/>
              </a:defRPr>
            </a:lvl4pPr>
            <a:lvl5pPr>
              <a:defRPr sz="1425" b="1">
                <a:solidFill>
                  <a:srgbClr val="215052"/>
                </a:solidFill>
                <a:latin typeface="Plus Jakarta Sans"/>
                <a:ea typeface="Plus Jakarta Sans"/>
                <a:cs typeface="Plus Jakarta Sans"/>
              </a:defRPr>
            </a:lvl5pPr>
            <a:lvl6pPr>
              <a:defRPr sz="1425" b="1">
                <a:solidFill>
                  <a:srgbClr val="215052"/>
                </a:solidFill>
                <a:latin typeface="Plus Jakarta Sans"/>
                <a:ea typeface="Plus Jakarta Sans"/>
                <a:cs typeface="Plus Jakarta Sans"/>
              </a:defRPr>
            </a:lvl6pPr>
            <a:lvl7pPr>
              <a:defRPr sz="1425" b="1">
                <a:solidFill>
                  <a:srgbClr val="215052"/>
                </a:solidFill>
                <a:latin typeface="Plus Jakarta Sans"/>
                <a:ea typeface="Plus Jakarta Sans"/>
                <a:cs typeface="Plus Jakarta Sans"/>
              </a:defRPr>
            </a:lvl7pPr>
            <a:lvl8pPr>
              <a:defRPr sz="1425" b="1">
                <a:solidFill>
                  <a:srgbClr val="215052"/>
                </a:solidFill>
                <a:latin typeface="Plus Jakarta Sans"/>
                <a:ea typeface="Plus Jakarta Sans"/>
                <a:cs typeface="Plus Jakarta Sans"/>
              </a:defRPr>
            </a:lvl8pPr>
            <a:lvl9pPr>
              <a:defRPr sz="1425" b="1">
                <a:solidFill>
                  <a:srgbClr val="215052"/>
                </a:solidFill>
                <a:latin typeface="Plus Jakarta Sans"/>
                <a:ea typeface="Plus Jakarta Sans"/>
                <a:cs typeface="Plus Jakarta Sans"/>
              </a:defRPr>
            </a:lvl9pPr>
          </a:lstStyle>
          <a:p xmlns:a="http://schemas.openxmlformats.org/drawingml/2006/main">
            <a:pPr>
              <a:defRPr sz="1425" b="1">
                <a:solidFill>
                  <a:srgbClr val="215052"/>
                </a:solidFill>
                <a:latin typeface="Plus Jakarta Sans"/>
                <a:ea typeface="Plus Jakarta Sans"/>
                <a:cs typeface="Plus Jakarta Sans"/>
              </a:defRPr>
            </a:pPr>
            <a:r>
              <a:rPr sz="1425" b="1">
                <a:solidFill>
                  <a:srgbClr val="215052"/>
                </a:solidFill>
                <a:latin typeface="Plus Jakarta Sans"/>
                <a:ea typeface="Plus Jakarta Sans"/>
                <a:cs typeface="Plus Jakarta Sans"/>
              </a:rPr>
              <a:t>GCC Panel: AllCloud and Cloudsmith</a:t>
            </a:r>
          </a:p>
        </p:txBody>
      </p:sp>
      <p:sp>
        <p:nvSpPr>
          <p:cNvPr id="7" name="insight body GCC Panel: AllCloud and Cloudsmith">
            <a:extLst xmlns:a="http://schemas.openxmlformats.org/drawingml/2006/main">
              <a:ext uri="{FF2B5EF4-FFF2-40B4-BE49-F238E27FC236}">
                <a16:creationId xmlns:a16="http://schemas.microsoft.com/office/drawing/2014/main" id="{16DD656B-CEA9-4732-A0B9-DF13F11BF67D}"/>
              </a:ext>
            </a:extLst>
          </p:cNvPr>
          <p:cNvSpPr>
            <a:spLocks xmlns:a="http://schemas.openxmlformats.org/drawingml/2006/main" noGrp="1"/>
          </p:cNvSpPr>
          <p:nvPr/>
        </p:nvSpPr>
        <p:spPr>
          <a:xfrm xmlns:a="http://schemas.openxmlformats.org/drawingml/2006/main">
            <a:off x="723900" y="2600325"/>
            <a:ext cx="10363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75">
                <a:solidFill>
                  <a:srgbClr val="526669"/>
                </a:solidFill>
                <a:latin typeface="Plus Jakarta Sans"/>
                <a:ea typeface="Plus Jakarta Sans"/>
                <a:cs typeface="Plus Jakarta Sans"/>
              </a:defRPr>
            </a:defPPr>
            <a:lvl1pPr>
              <a:defRPr sz="975">
                <a:solidFill>
                  <a:srgbClr val="526669"/>
                </a:solidFill>
                <a:latin typeface="Plus Jakarta Sans"/>
                <a:ea typeface="Plus Jakarta Sans"/>
                <a:cs typeface="Plus Jakarta Sans"/>
              </a:defRPr>
            </a:lvl1pPr>
            <a:lvl2pPr>
              <a:defRPr sz="975">
                <a:solidFill>
                  <a:srgbClr val="526669"/>
                </a:solidFill>
                <a:latin typeface="Plus Jakarta Sans"/>
                <a:ea typeface="Plus Jakarta Sans"/>
                <a:cs typeface="Plus Jakarta Sans"/>
              </a:defRPr>
            </a:lvl2pPr>
            <a:lvl3pPr>
              <a:defRPr sz="975">
                <a:solidFill>
                  <a:srgbClr val="526669"/>
                </a:solidFill>
                <a:latin typeface="Plus Jakarta Sans"/>
                <a:ea typeface="Plus Jakarta Sans"/>
                <a:cs typeface="Plus Jakarta Sans"/>
              </a:defRPr>
            </a:lvl3pPr>
            <a:lvl4pPr>
              <a:defRPr sz="975">
                <a:solidFill>
                  <a:srgbClr val="526669"/>
                </a:solidFill>
                <a:latin typeface="Plus Jakarta Sans"/>
                <a:ea typeface="Plus Jakarta Sans"/>
                <a:cs typeface="Plus Jakarta Sans"/>
              </a:defRPr>
            </a:lvl4pPr>
            <a:lvl5pPr>
              <a:defRPr sz="975">
                <a:solidFill>
                  <a:srgbClr val="526669"/>
                </a:solidFill>
                <a:latin typeface="Plus Jakarta Sans"/>
                <a:ea typeface="Plus Jakarta Sans"/>
                <a:cs typeface="Plus Jakarta Sans"/>
              </a:defRPr>
            </a:lvl5pPr>
            <a:lvl6pPr>
              <a:defRPr sz="975">
                <a:solidFill>
                  <a:srgbClr val="526669"/>
                </a:solidFill>
                <a:latin typeface="Plus Jakarta Sans"/>
                <a:ea typeface="Plus Jakarta Sans"/>
                <a:cs typeface="Plus Jakarta Sans"/>
              </a:defRPr>
            </a:lvl6pPr>
            <a:lvl7pPr>
              <a:defRPr sz="975">
                <a:solidFill>
                  <a:srgbClr val="526669"/>
                </a:solidFill>
                <a:latin typeface="Plus Jakarta Sans"/>
                <a:ea typeface="Plus Jakarta Sans"/>
                <a:cs typeface="Plus Jakarta Sans"/>
              </a:defRPr>
            </a:lvl7pPr>
            <a:lvl8pPr>
              <a:defRPr sz="975">
                <a:solidFill>
                  <a:srgbClr val="526669"/>
                </a:solidFill>
                <a:latin typeface="Plus Jakarta Sans"/>
                <a:ea typeface="Plus Jakarta Sans"/>
                <a:cs typeface="Plus Jakarta Sans"/>
              </a:defRPr>
            </a:lvl8pPr>
            <a:lvl9pPr>
              <a:defRPr sz="975">
                <a:solidFill>
                  <a:srgbClr val="526669"/>
                </a:solidFill>
                <a:latin typeface="Plus Jakarta Sans"/>
                <a:ea typeface="Plus Jakarta Sans"/>
                <a:cs typeface="Plus Jakarta Sans"/>
              </a:defRPr>
            </a:lvl9pPr>
          </a:lstStyle>
          <a:p xmlns:a="http://schemas.openxmlformats.org/drawingml/2006/main">
            <a:pPr>
              <a:defRPr sz="975">
                <a:solidFill>
                  <a:srgbClr val="526669"/>
                </a:solidFill>
                <a:latin typeface="Plus Jakarta Sans"/>
                <a:ea typeface="Plus Jakarta Sans"/>
                <a:cs typeface="Plus Jakarta Sans"/>
              </a:defRPr>
            </a:pPr>
            <a:r>
              <a:rPr sz="975">
                <a:solidFill>
                  <a:srgbClr val="526669"/>
                </a:solidFill>
                <a:latin typeface="Plus Jakarta Sans"/>
                <a:ea typeface="Plus Jakarta Sans"/>
                <a:cs typeface="Plus Jakarta Sans"/>
              </a:rPr>
              <a:t>High-performing GCCs combine deep capability with customer proximity, learning culture and shared leadership across geographies.</a:t>
            </a:r>
          </a:p>
        </p:txBody>
      </p:sp>
      <p:sp>
        <p:nvSpPr>
          <p:cNvPr id="8" name="divider What Odyssey Is">
            <a:extLst xmlns:a="http://schemas.openxmlformats.org/drawingml/2006/main">
              <a:ext uri="{FF2B5EF4-FFF2-40B4-BE49-F238E27FC236}">
                <a16:creationId xmlns:a16="http://schemas.microsoft.com/office/drawing/2014/main" id="{C1DFFFF5-C034-4757-9FBF-E30E35A3DE82}"/>
              </a:ext>
            </a:extLst>
          </p:cNvPr>
          <p:cNvSpPr>
            <a:spLocks xmlns:a="http://schemas.openxmlformats.org/drawingml/2006/main" noGrp="1"/>
          </p:cNvSpPr>
          <p:nvPr/>
        </p:nvSpPr>
        <p:spPr>
          <a:xfrm xmlns:a="http://schemas.openxmlformats.org/drawingml/2006/main">
            <a:off x="723900" y="3105150"/>
            <a:ext cx="10744200" cy="9525"/>
          </a:xfrm>
          <a:prstGeom xmlns:a="http://schemas.openxmlformats.org/drawingml/2006/main" prst="rect">
            <a:avLst/>
          </a:prstGeom>
          <a:solidFill xmlns:a="http://schemas.openxmlformats.org/drawingml/2006/main">
            <a:srgbClr val="CADAD9"/>
          </a:solidFill>
          <a:ln xmlns:a="http://schemas.openxmlformats.org/drawingml/2006/main" w="0">
            <a:noFill/>
            <a:prstDash val="solid"/>
          </a:ln>
        </p:spPr>
      </p:sp>
      <p:sp>
        <p:nvSpPr>
          <p:cNvPr id="9" name="label GCC and business">
            <a:extLst xmlns:a="http://schemas.openxmlformats.org/drawingml/2006/main">
              <a:ext uri="{FF2B5EF4-FFF2-40B4-BE49-F238E27FC236}">
                <a16:creationId xmlns:a16="http://schemas.microsoft.com/office/drawing/2014/main" id="{6DC19F9B-D204-48F8-91FB-CE026DEBF309}"/>
              </a:ext>
            </a:extLst>
          </p:cNvPr>
          <p:cNvSpPr>
            <a:spLocks xmlns:a="http://schemas.openxmlformats.org/drawingml/2006/main" noGrp="1"/>
          </p:cNvSpPr>
          <p:nvPr/>
        </p:nvSpPr>
        <p:spPr>
          <a:xfrm xmlns:a="http://schemas.openxmlformats.org/drawingml/2006/main">
            <a:off x="723900" y="325755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b="1">
                <a:solidFill>
                  <a:srgbClr val="215052"/>
                </a:solidFill>
                <a:latin typeface="Plus Jakarta Sans"/>
                <a:ea typeface="Plus Jakarta Sans"/>
                <a:cs typeface="Plus Jakarta Sans"/>
              </a:defRPr>
            </a:defPPr>
            <a:lvl1pPr>
              <a:defRPr sz="900" b="1">
                <a:solidFill>
                  <a:srgbClr val="215052"/>
                </a:solidFill>
                <a:latin typeface="Plus Jakarta Sans"/>
                <a:ea typeface="Plus Jakarta Sans"/>
                <a:cs typeface="Plus Jakarta Sans"/>
              </a:defRPr>
            </a:lvl1pPr>
            <a:lvl2pPr>
              <a:defRPr sz="900" b="1">
                <a:solidFill>
                  <a:srgbClr val="215052"/>
                </a:solidFill>
                <a:latin typeface="Plus Jakarta Sans"/>
                <a:ea typeface="Plus Jakarta Sans"/>
                <a:cs typeface="Plus Jakarta Sans"/>
              </a:defRPr>
            </a:lvl2pPr>
            <a:lvl3pPr>
              <a:defRPr sz="900" b="1">
                <a:solidFill>
                  <a:srgbClr val="215052"/>
                </a:solidFill>
                <a:latin typeface="Plus Jakarta Sans"/>
                <a:ea typeface="Plus Jakarta Sans"/>
                <a:cs typeface="Plus Jakarta Sans"/>
              </a:defRPr>
            </a:lvl3pPr>
            <a:lvl4pPr>
              <a:defRPr sz="900" b="1">
                <a:solidFill>
                  <a:srgbClr val="215052"/>
                </a:solidFill>
                <a:latin typeface="Plus Jakarta Sans"/>
                <a:ea typeface="Plus Jakarta Sans"/>
                <a:cs typeface="Plus Jakarta Sans"/>
              </a:defRPr>
            </a:lvl4pPr>
            <a:lvl5pPr>
              <a:defRPr sz="900" b="1">
                <a:solidFill>
                  <a:srgbClr val="215052"/>
                </a:solidFill>
                <a:latin typeface="Plus Jakarta Sans"/>
                <a:ea typeface="Plus Jakarta Sans"/>
                <a:cs typeface="Plus Jakarta Sans"/>
              </a:defRPr>
            </a:lvl5pPr>
            <a:lvl6pPr>
              <a:defRPr sz="900" b="1">
                <a:solidFill>
                  <a:srgbClr val="215052"/>
                </a:solidFill>
                <a:latin typeface="Plus Jakarta Sans"/>
                <a:ea typeface="Plus Jakarta Sans"/>
                <a:cs typeface="Plus Jakarta Sans"/>
              </a:defRPr>
            </a:lvl6pPr>
            <a:lvl7pPr>
              <a:defRPr sz="900" b="1">
                <a:solidFill>
                  <a:srgbClr val="215052"/>
                </a:solidFill>
                <a:latin typeface="Plus Jakarta Sans"/>
                <a:ea typeface="Plus Jakarta Sans"/>
                <a:cs typeface="Plus Jakarta Sans"/>
              </a:defRPr>
            </a:lvl7pPr>
            <a:lvl8pPr>
              <a:defRPr sz="900" b="1">
                <a:solidFill>
                  <a:srgbClr val="215052"/>
                </a:solidFill>
                <a:latin typeface="Plus Jakarta Sans"/>
                <a:ea typeface="Plus Jakarta Sans"/>
                <a:cs typeface="Plus Jakarta Sans"/>
              </a:defRPr>
            </a:lvl8pPr>
            <a:lvl9pPr>
              <a:defRPr sz="900" b="1">
                <a:solidFill>
                  <a:srgbClr val="215052"/>
                </a:solidFill>
                <a:latin typeface="Plus Jakarta Sans"/>
                <a:ea typeface="Plus Jakarta Sans"/>
                <a:cs typeface="Plus Jakarta Sans"/>
              </a:defRPr>
            </a:lvl9pPr>
          </a:lstStyle>
          <a:p xmlns:a="http://schemas.openxmlformats.org/drawingml/2006/main">
            <a:pPr>
              <a:defRPr sz="900" b="1">
                <a:solidFill>
                  <a:srgbClr val="215052"/>
                </a:solidFill>
                <a:latin typeface="Plus Jakarta Sans"/>
                <a:ea typeface="Plus Jakarta Sans"/>
                <a:cs typeface="Plus Jakarta Sans"/>
              </a:defRPr>
            </a:pPr>
            <a:r>
              <a:rPr sz="900" b="1">
                <a:solidFill>
                  <a:srgbClr val="215052"/>
                </a:solidFill>
                <a:latin typeface="Plus Jakarta Sans"/>
                <a:ea typeface="Plus Jakarta Sans"/>
                <a:cs typeface="Plus Jakarta Sans"/>
              </a:rPr>
              <a:t>GCC AND BUSINESS</a:t>
            </a:r>
          </a:p>
        </p:txBody>
      </p:sp>
      <p:sp>
        <p:nvSpPr>
          <p:cNvPr id="10" name="insight title What Odyssey Is">
            <a:extLst xmlns:a="http://schemas.openxmlformats.org/drawingml/2006/main">
              <a:ext uri="{FF2B5EF4-FFF2-40B4-BE49-F238E27FC236}">
                <a16:creationId xmlns:a16="http://schemas.microsoft.com/office/drawing/2014/main" id="{95C0C4A6-C102-4D14-AC55-78E4A98D30DD}"/>
              </a:ext>
            </a:extLst>
          </p:cNvPr>
          <p:cNvSpPr>
            <a:spLocks xmlns:a="http://schemas.openxmlformats.org/drawingml/2006/main" noGrp="1"/>
          </p:cNvSpPr>
          <p:nvPr/>
        </p:nvSpPr>
        <p:spPr>
          <a:xfrm xmlns:a="http://schemas.openxmlformats.org/drawingml/2006/main">
            <a:off x="723900" y="3514725"/>
            <a:ext cx="10363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425" b="1">
                <a:solidFill>
                  <a:srgbClr val="215052"/>
                </a:solidFill>
                <a:latin typeface="Plus Jakarta Sans"/>
                <a:ea typeface="Plus Jakarta Sans"/>
                <a:cs typeface="Plus Jakarta Sans"/>
              </a:defRPr>
            </a:defPPr>
            <a:lvl1pPr>
              <a:defRPr sz="1425" b="1">
                <a:solidFill>
                  <a:srgbClr val="215052"/>
                </a:solidFill>
                <a:latin typeface="Plus Jakarta Sans"/>
                <a:ea typeface="Plus Jakarta Sans"/>
                <a:cs typeface="Plus Jakarta Sans"/>
              </a:defRPr>
            </a:lvl1pPr>
            <a:lvl2pPr>
              <a:defRPr sz="1425" b="1">
                <a:solidFill>
                  <a:srgbClr val="215052"/>
                </a:solidFill>
                <a:latin typeface="Plus Jakarta Sans"/>
                <a:ea typeface="Plus Jakarta Sans"/>
                <a:cs typeface="Plus Jakarta Sans"/>
              </a:defRPr>
            </a:lvl2pPr>
            <a:lvl3pPr>
              <a:defRPr sz="1425" b="1">
                <a:solidFill>
                  <a:srgbClr val="215052"/>
                </a:solidFill>
                <a:latin typeface="Plus Jakarta Sans"/>
                <a:ea typeface="Plus Jakarta Sans"/>
                <a:cs typeface="Plus Jakarta Sans"/>
              </a:defRPr>
            </a:lvl3pPr>
            <a:lvl4pPr>
              <a:defRPr sz="1425" b="1">
                <a:solidFill>
                  <a:srgbClr val="215052"/>
                </a:solidFill>
                <a:latin typeface="Plus Jakarta Sans"/>
                <a:ea typeface="Plus Jakarta Sans"/>
                <a:cs typeface="Plus Jakarta Sans"/>
              </a:defRPr>
            </a:lvl4pPr>
            <a:lvl5pPr>
              <a:defRPr sz="1425" b="1">
                <a:solidFill>
                  <a:srgbClr val="215052"/>
                </a:solidFill>
                <a:latin typeface="Plus Jakarta Sans"/>
                <a:ea typeface="Plus Jakarta Sans"/>
                <a:cs typeface="Plus Jakarta Sans"/>
              </a:defRPr>
            </a:lvl5pPr>
            <a:lvl6pPr>
              <a:defRPr sz="1425" b="1">
                <a:solidFill>
                  <a:srgbClr val="215052"/>
                </a:solidFill>
                <a:latin typeface="Plus Jakarta Sans"/>
                <a:ea typeface="Plus Jakarta Sans"/>
                <a:cs typeface="Plus Jakarta Sans"/>
              </a:defRPr>
            </a:lvl6pPr>
            <a:lvl7pPr>
              <a:defRPr sz="1425" b="1">
                <a:solidFill>
                  <a:srgbClr val="215052"/>
                </a:solidFill>
                <a:latin typeface="Plus Jakarta Sans"/>
                <a:ea typeface="Plus Jakarta Sans"/>
                <a:cs typeface="Plus Jakarta Sans"/>
              </a:defRPr>
            </a:lvl7pPr>
            <a:lvl8pPr>
              <a:defRPr sz="1425" b="1">
                <a:solidFill>
                  <a:srgbClr val="215052"/>
                </a:solidFill>
                <a:latin typeface="Plus Jakarta Sans"/>
                <a:ea typeface="Plus Jakarta Sans"/>
                <a:cs typeface="Plus Jakarta Sans"/>
              </a:defRPr>
            </a:lvl8pPr>
            <a:lvl9pPr>
              <a:defRPr sz="1425" b="1">
                <a:solidFill>
                  <a:srgbClr val="215052"/>
                </a:solidFill>
                <a:latin typeface="Plus Jakarta Sans"/>
                <a:ea typeface="Plus Jakarta Sans"/>
                <a:cs typeface="Plus Jakarta Sans"/>
              </a:defRPr>
            </a:lvl9pPr>
          </a:lstStyle>
          <a:p xmlns:a="http://schemas.openxmlformats.org/drawingml/2006/main">
            <a:pPr>
              <a:defRPr sz="1425" b="1">
                <a:solidFill>
                  <a:srgbClr val="215052"/>
                </a:solidFill>
                <a:latin typeface="Plus Jakarta Sans"/>
                <a:ea typeface="Plus Jakarta Sans"/>
                <a:cs typeface="Plus Jakarta Sans"/>
              </a:defRPr>
            </a:pPr>
            <a:r>
              <a:rPr sz="1425" b="1">
                <a:solidFill>
                  <a:srgbClr val="215052"/>
                </a:solidFill>
                <a:latin typeface="Plus Jakarta Sans"/>
                <a:ea typeface="Plus Jakarta Sans"/>
                <a:cs typeface="Plus Jakarta Sans"/>
              </a:rPr>
              <a:t>What Odyssey Is</a:t>
            </a:r>
          </a:p>
        </p:txBody>
      </p:sp>
      <p:sp>
        <p:nvSpPr>
          <p:cNvPr id="11" name="insight body What Odyssey Is">
            <a:extLst xmlns:a="http://schemas.openxmlformats.org/drawingml/2006/main">
              <a:ext uri="{FF2B5EF4-FFF2-40B4-BE49-F238E27FC236}">
                <a16:creationId xmlns:a16="http://schemas.microsoft.com/office/drawing/2014/main" id="{C2BFBEB4-1E0E-4736-9288-13F929B9A0BD}"/>
              </a:ext>
            </a:extLst>
          </p:cNvPr>
          <p:cNvSpPr>
            <a:spLocks xmlns:a="http://schemas.openxmlformats.org/drawingml/2006/main" noGrp="1"/>
          </p:cNvSpPr>
          <p:nvPr/>
        </p:nvSpPr>
        <p:spPr>
          <a:xfrm xmlns:a="http://schemas.openxmlformats.org/drawingml/2006/main">
            <a:off x="723900" y="3810000"/>
            <a:ext cx="10363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75">
                <a:solidFill>
                  <a:srgbClr val="526669"/>
                </a:solidFill>
                <a:latin typeface="Plus Jakarta Sans"/>
                <a:ea typeface="Plus Jakarta Sans"/>
                <a:cs typeface="Plus Jakarta Sans"/>
              </a:defRPr>
            </a:defPPr>
            <a:lvl1pPr>
              <a:defRPr sz="975">
                <a:solidFill>
                  <a:srgbClr val="526669"/>
                </a:solidFill>
                <a:latin typeface="Plus Jakarta Sans"/>
                <a:ea typeface="Plus Jakarta Sans"/>
                <a:cs typeface="Plus Jakarta Sans"/>
              </a:defRPr>
            </a:lvl1pPr>
            <a:lvl2pPr>
              <a:defRPr sz="975">
                <a:solidFill>
                  <a:srgbClr val="526669"/>
                </a:solidFill>
                <a:latin typeface="Plus Jakarta Sans"/>
                <a:ea typeface="Plus Jakarta Sans"/>
                <a:cs typeface="Plus Jakarta Sans"/>
              </a:defRPr>
            </a:lvl2pPr>
            <a:lvl3pPr>
              <a:defRPr sz="975">
                <a:solidFill>
                  <a:srgbClr val="526669"/>
                </a:solidFill>
                <a:latin typeface="Plus Jakarta Sans"/>
                <a:ea typeface="Plus Jakarta Sans"/>
                <a:cs typeface="Plus Jakarta Sans"/>
              </a:defRPr>
            </a:lvl3pPr>
            <a:lvl4pPr>
              <a:defRPr sz="975">
                <a:solidFill>
                  <a:srgbClr val="526669"/>
                </a:solidFill>
                <a:latin typeface="Plus Jakarta Sans"/>
                <a:ea typeface="Plus Jakarta Sans"/>
                <a:cs typeface="Plus Jakarta Sans"/>
              </a:defRPr>
            </a:lvl4pPr>
            <a:lvl5pPr>
              <a:defRPr sz="975">
                <a:solidFill>
                  <a:srgbClr val="526669"/>
                </a:solidFill>
                <a:latin typeface="Plus Jakarta Sans"/>
                <a:ea typeface="Plus Jakarta Sans"/>
                <a:cs typeface="Plus Jakarta Sans"/>
              </a:defRPr>
            </a:lvl5pPr>
            <a:lvl6pPr>
              <a:defRPr sz="975">
                <a:solidFill>
                  <a:srgbClr val="526669"/>
                </a:solidFill>
                <a:latin typeface="Plus Jakarta Sans"/>
                <a:ea typeface="Plus Jakarta Sans"/>
                <a:cs typeface="Plus Jakarta Sans"/>
              </a:defRPr>
            </a:lvl6pPr>
            <a:lvl7pPr>
              <a:defRPr sz="975">
                <a:solidFill>
                  <a:srgbClr val="526669"/>
                </a:solidFill>
                <a:latin typeface="Plus Jakarta Sans"/>
                <a:ea typeface="Plus Jakarta Sans"/>
                <a:cs typeface="Plus Jakarta Sans"/>
              </a:defRPr>
            </a:lvl7pPr>
            <a:lvl8pPr>
              <a:defRPr sz="975">
                <a:solidFill>
                  <a:srgbClr val="526669"/>
                </a:solidFill>
                <a:latin typeface="Plus Jakarta Sans"/>
                <a:ea typeface="Plus Jakarta Sans"/>
                <a:cs typeface="Plus Jakarta Sans"/>
              </a:defRPr>
            </a:lvl8pPr>
            <a:lvl9pPr>
              <a:defRPr sz="975">
                <a:solidFill>
                  <a:srgbClr val="526669"/>
                </a:solidFill>
                <a:latin typeface="Plus Jakarta Sans"/>
                <a:ea typeface="Plus Jakarta Sans"/>
                <a:cs typeface="Plus Jakarta Sans"/>
              </a:defRPr>
            </a:lvl9pPr>
          </a:lstStyle>
          <a:p xmlns:a="http://schemas.openxmlformats.org/drawingml/2006/main">
            <a:pPr>
              <a:defRPr sz="975">
                <a:solidFill>
                  <a:srgbClr val="526669"/>
                </a:solidFill>
                <a:latin typeface="Plus Jakarta Sans"/>
                <a:ea typeface="Plus Jakarta Sans"/>
                <a:cs typeface="Plus Jakarta Sans"/>
              </a:defRPr>
            </a:pPr>
            <a:r>
              <a:rPr sz="975">
                <a:solidFill>
                  <a:srgbClr val="526669"/>
                </a:solidFill>
                <a:latin typeface="Plus Jakarta Sans"/>
                <a:ea typeface="Plus Jakarta Sans"/>
                <a:cs typeface="Plus Jakarta Sans"/>
              </a:rPr>
              <a:t>BOT’s operating system connects people, processes and platforms, using AI for heavy lifting while keeping final judgment close to the work.</a:t>
            </a:r>
          </a:p>
        </p:txBody>
      </p:sp>
      <p:sp>
        <p:nvSpPr>
          <p:cNvPr id="12" name="divider Pilot to P&amp;L">
            <a:extLst xmlns:a="http://schemas.openxmlformats.org/drawingml/2006/main">
              <a:ext uri="{FF2B5EF4-FFF2-40B4-BE49-F238E27FC236}">
                <a16:creationId xmlns:a16="http://schemas.microsoft.com/office/drawing/2014/main" id="{2BCC3270-9C4C-46C7-9CEF-030AA42899DF}"/>
              </a:ext>
            </a:extLst>
          </p:cNvPr>
          <p:cNvSpPr>
            <a:spLocks xmlns:a="http://schemas.openxmlformats.org/drawingml/2006/main" noGrp="1"/>
          </p:cNvSpPr>
          <p:nvPr/>
        </p:nvSpPr>
        <p:spPr>
          <a:xfrm xmlns:a="http://schemas.openxmlformats.org/drawingml/2006/main">
            <a:off x="723900" y="4314825"/>
            <a:ext cx="10744200" cy="9525"/>
          </a:xfrm>
          <a:prstGeom xmlns:a="http://schemas.openxmlformats.org/drawingml/2006/main" prst="rect">
            <a:avLst/>
          </a:prstGeom>
          <a:solidFill xmlns:a="http://schemas.openxmlformats.org/drawingml/2006/main">
            <a:srgbClr val="CADAD9"/>
          </a:solidFill>
          <a:ln xmlns:a="http://schemas.openxmlformats.org/drawingml/2006/main" w="0">
            <a:noFill/>
            <a:prstDash val="solid"/>
          </a:ln>
        </p:spPr>
      </p:sp>
      <p:sp>
        <p:nvSpPr>
          <p:cNvPr id="13" name="label GCC and business">
            <a:extLst xmlns:a="http://schemas.openxmlformats.org/drawingml/2006/main">
              <a:ext uri="{FF2B5EF4-FFF2-40B4-BE49-F238E27FC236}">
                <a16:creationId xmlns:a16="http://schemas.microsoft.com/office/drawing/2014/main" id="{FACE235D-7182-47D3-8C70-094F64E1DD37}"/>
              </a:ext>
            </a:extLst>
          </p:cNvPr>
          <p:cNvSpPr>
            <a:spLocks xmlns:a="http://schemas.openxmlformats.org/drawingml/2006/main" noGrp="1"/>
          </p:cNvSpPr>
          <p:nvPr/>
        </p:nvSpPr>
        <p:spPr>
          <a:xfrm xmlns:a="http://schemas.openxmlformats.org/drawingml/2006/main">
            <a:off x="723900" y="446722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b="1">
                <a:solidFill>
                  <a:srgbClr val="215052"/>
                </a:solidFill>
                <a:latin typeface="Plus Jakarta Sans"/>
                <a:ea typeface="Plus Jakarta Sans"/>
                <a:cs typeface="Plus Jakarta Sans"/>
              </a:defRPr>
            </a:defPPr>
            <a:lvl1pPr>
              <a:defRPr sz="900" b="1">
                <a:solidFill>
                  <a:srgbClr val="215052"/>
                </a:solidFill>
                <a:latin typeface="Plus Jakarta Sans"/>
                <a:ea typeface="Plus Jakarta Sans"/>
                <a:cs typeface="Plus Jakarta Sans"/>
              </a:defRPr>
            </a:lvl1pPr>
            <a:lvl2pPr>
              <a:defRPr sz="900" b="1">
                <a:solidFill>
                  <a:srgbClr val="215052"/>
                </a:solidFill>
                <a:latin typeface="Plus Jakarta Sans"/>
                <a:ea typeface="Plus Jakarta Sans"/>
                <a:cs typeface="Plus Jakarta Sans"/>
              </a:defRPr>
            </a:lvl2pPr>
            <a:lvl3pPr>
              <a:defRPr sz="900" b="1">
                <a:solidFill>
                  <a:srgbClr val="215052"/>
                </a:solidFill>
                <a:latin typeface="Plus Jakarta Sans"/>
                <a:ea typeface="Plus Jakarta Sans"/>
                <a:cs typeface="Plus Jakarta Sans"/>
              </a:defRPr>
            </a:lvl3pPr>
            <a:lvl4pPr>
              <a:defRPr sz="900" b="1">
                <a:solidFill>
                  <a:srgbClr val="215052"/>
                </a:solidFill>
                <a:latin typeface="Plus Jakarta Sans"/>
                <a:ea typeface="Plus Jakarta Sans"/>
                <a:cs typeface="Plus Jakarta Sans"/>
              </a:defRPr>
            </a:lvl4pPr>
            <a:lvl5pPr>
              <a:defRPr sz="900" b="1">
                <a:solidFill>
                  <a:srgbClr val="215052"/>
                </a:solidFill>
                <a:latin typeface="Plus Jakarta Sans"/>
                <a:ea typeface="Plus Jakarta Sans"/>
                <a:cs typeface="Plus Jakarta Sans"/>
              </a:defRPr>
            </a:lvl5pPr>
            <a:lvl6pPr>
              <a:defRPr sz="900" b="1">
                <a:solidFill>
                  <a:srgbClr val="215052"/>
                </a:solidFill>
                <a:latin typeface="Plus Jakarta Sans"/>
                <a:ea typeface="Plus Jakarta Sans"/>
                <a:cs typeface="Plus Jakarta Sans"/>
              </a:defRPr>
            </a:lvl6pPr>
            <a:lvl7pPr>
              <a:defRPr sz="900" b="1">
                <a:solidFill>
                  <a:srgbClr val="215052"/>
                </a:solidFill>
                <a:latin typeface="Plus Jakarta Sans"/>
                <a:ea typeface="Plus Jakarta Sans"/>
                <a:cs typeface="Plus Jakarta Sans"/>
              </a:defRPr>
            </a:lvl7pPr>
            <a:lvl8pPr>
              <a:defRPr sz="900" b="1">
                <a:solidFill>
                  <a:srgbClr val="215052"/>
                </a:solidFill>
                <a:latin typeface="Plus Jakarta Sans"/>
                <a:ea typeface="Plus Jakarta Sans"/>
                <a:cs typeface="Plus Jakarta Sans"/>
              </a:defRPr>
            </a:lvl8pPr>
            <a:lvl9pPr>
              <a:defRPr sz="900" b="1">
                <a:solidFill>
                  <a:srgbClr val="215052"/>
                </a:solidFill>
                <a:latin typeface="Plus Jakarta Sans"/>
                <a:ea typeface="Plus Jakarta Sans"/>
                <a:cs typeface="Plus Jakarta Sans"/>
              </a:defRPr>
            </a:lvl9pPr>
          </a:lstStyle>
          <a:p xmlns:a="http://schemas.openxmlformats.org/drawingml/2006/main">
            <a:pPr>
              <a:defRPr sz="900" b="1">
                <a:solidFill>
                  <a:srgbClr val="215052"/>
                </a:solidFill>
                <a:latin typeface="Plus Jakarta Sans"/>
                <a:ea typeface="Plus Jakarta Sans"/>
                <a:cs typeface="Plus Jakarta Sans"/>
              </a:defRPr>
            </a:pPr>
            <a:r>
              <a:rPr sz="900" b="1">
                <a:solidFill>
                  <a:srgbClr val="215052"/>
                </a:solidFill>
                <a:latin typeface="Plus Jakarta Sans"/>
                <a:ea typeface="Plus Jakarta Sans"/>
                <a:cs typeface="Plus Jakarta Sans"/>
              </a:rPr>
              <a:t>GCC AND BUSINESS</a:t>
            </a:r>
          </a:p>
        </p:txBody>
      </p:sp>
      <p:sp>
        <p:nvSpPr>
          <p:cNvPr id="14" name="insight title Pilot to P&amp;L">
            <a:extLst xmlns:a="http://schemas.openxmlformats.org/drawingml/2006/main">
              <a:ext uri="{FF2B5EF4-FFF2-40B4-BE49-F238E27FC236}">
                <a16:creationId xmlns:a16="http://schemas.microsoft.com/office/drawing/2014/main" id="{2323BFED-8175-49BC-8BD7-E5BD0E7FB0BA}"/>
              </a:ext>
            </a:extLst>
          </p:cNvPr>
          <p:cNvSpPr>
            <a:spLocks xmlns:a="http://schemas.openxmlformats.org/drawingml/2006/main" noGrp="1"/>
          </p:cNvSpPr>
          <p:nvPr/>
        </p:nvSpPr>
        <p:spPr>
          <a:xfrm xmlns:a="http://schemas.openxmlformats.org/drawingml/2006/main">
            <a:off x="723900" y="4724400"/>
            <a:ext cx="10363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425" b="1">
                <a:solidFill>
                  <a:srgbClr val="215052"/>
                </a:solidFill>
                <a:latin typeface="Plus Jakarta Sans"/>
                <a:ea typeface="Plus Jakarta Sans"/>
                <a:cs typeface="Plus Jakarta Sans"/>
              </a:defRPr>
            </a:defPPr>
            <a:lvl1pPr>
              <a:defRPr sz="1425" b="1">
                <a:solidFill>
                  <a:srgbClr val="215052"/>
                </a:solidFill>
                <a:latin typeface="Plus Jakarta Sans"/>
                <a:ea typeface="Plus Jakarta Sans"/>
                <a:cs typeface="Plus Jakarta Sans"/>
              </a:defRPr>
            </a:lvl1pPr>
            <a:lvl2pPr>
              <a:defRPr sz="1425" b="1">
                <a:solidFill>
                  <a:srgbClr val="215052"/>
                </a:solidFill>
                <a:latin typeface="Plus Jakarta Sans"/>
                <a:ea typeface="Plus Jakarta Sans"/>
                <a:cs typeface="Plus Jakarta Sans"/>
              </a:defRPr>
            </a:lvl2pPr>
            <a:lvl3pPr>
              <a:defRPr sz="1425" b="1">
                <a:solidFill>
                  <a:srgbClr val="215052"/>
                </a:solidFill>
                <a:latin typeface="Plus Jakarta Sans"/>
                <a:ea typeface="Plus Jakarta Sans"/>
                <a:cs typeface="Plus Jakarta Sans"/>
              </a:defRPr>
            </a:lvl3pPr>
            <a:lvl4pPr>
              <a:defRPr sz="1425" b="1">
                <a:solidFill>
                  <a:srgbClr val="215052"/>
                </a:solidFill>
                <a:latin typeface="Plus Jakarta Sans"/>
                <a:ea typeface="Plus Jakarta Sans"/>
                <a:cs typeface="Plus Jakarta Sans"/>
              </a:defRPr>
            </a:lvl4pPr>
            <a:lvl5pPr>
              <a:defRPr sz="1425" b="1">
                <a:solidFill>
                  <a:srgbClr val="215052"/>
                </a:solidFill>
                <a:latin typeface="Plus Jakarta Sans"/>
                <a:ea typeface="Plus Jakarta Sans"/>
                <a:cs typeface="Plus Jakarta Sans"/>
              </a:defRPr>
            </a:lvl5pPr>
            <a:lvl6pPr>
              <a:defRPr sz="1425" b="1">
                <a:solidFill>
                  <a:srgbClr val="215052"/>
                </a:solidFill>
                <a:latin typeface="Plus Jakarta Sans"/>
                <a:ea typeface="Plus Jakarta Sans"/>
                <a:cs typeface="Plus Jakarta Sans"/>
              </a:defRPr>
            </a:lvl6pPr>
            <a:lvl7pPr>
              <a:defRPr sz="1425" b="1">
                <a:solidFill>
                  <a:srgbClr val="215052"/>
                </a:solidFill>
                <a:latin typeface="Plus Jakarta Sans"/>
                <a:ea typeface="Plus Jakarta Sans"/>
                <a:cs typeface="Plus Jakarta Sans"/>
              </a:defRPr>
            </a:lvl7pPr>
            <a:lvl8pPr>
              <a:defRPr sz="1425" b="1">
                <a:solidFill>
                  <a:srgbClr val="215052"/>
                </a:solidFill>
                <a:latin typeface="Plus Jakarta Sans"/>
                <a:ea typeface="Plus Jakarta Sans"/>
                <a:cs typeface="Plus Jakarta Sans"/>
              </a:defRPr>
            </a:lvl8pPr>
            <a:lvl9pPr>
              <a:defRPr sz="1425" b="1">
                <a:solidFill>
                  <a:srgbClr val="215052"/>
                </a:solidFill>
                <a:latin typeface="Plus Jakarta Sans"/>
                <a:ea typeface="Plus Jakarta Sans"/>
                <a:cs typeface="Plus Jakarta Sans"/>
              </a:defRPr>
            </a:lvl9pPr>
          </a:lstStyle>
          <a:p xmlns:a="http://schemas.openxmlformats.org/drawingml/2006/main">
            <a:pPr>
              <a:defRPr sz="1425" b="1">
                <a:solidFill>
                  <a:srgbClr val="215052"/>
                </a:solidFill>
                <a:latin typeface="Plus Jakarta Sans"/>
                <a:ea typeface="Plus Jakarta Sans"/>
                <a:cs typeface="Plus Jakarta Sans"/>
              </a:defRPr>
            </a:pPr>
            <a:r>
              <a:rPr sz="1425" b="1">
                <a:solidFill>
                  <a:srgbClr val="215052"/>
                </a:solidFill>
                <a:latin typeface="Plus Jakarta Sans"/>
                <a:ea typeface="Plus Jakarta Sans"/>
                <a:cs typeface="Plus Jakarta Sans"/>
              </a:rPr>
              <a:t>Pilot to P&amp;L</a:t>
            </a:r>
          </a:p>
        </p:txBody>
      </p:sp>
      <p:sp>
        <p:nvSpPr>
          <p:cNvPr id="15" name="insight body Pilot to P&amp;L">
            <a:extLst xmlns:a="http://schemas.openxmlformats.org/drawingml/2006/main">
              <a:ext uri="{FF2B5EF4-FFF2-40B4-BE49-F238E27FC236}">
                <a16:creationId xmlns:a16="http://schemas.microsoft.com/office/drawing/2014/main" id="{C4EC84E7-D534-4AD4-9DDB-7D8E0521AC6B}"/>
              </a:ext>
            </a:extLst>
          </p:cNvPr>
          <p:cNvSpPr>
            <a:spLocks xmlns:a="http://schemas.openxmlformats.org/drawingml/2006/main" noGrp="1"/>
          </p:cNvSpPr>
          <p:nvPr/>
        </p:nvSpPr>
        <p:spPr>
          <a:xfrm xmlns:a="http://schemas.openxmlformats.org/drawingml/2006/main">
            <a:off x="723900" y="5019675"/>
            <a:ext cx="10363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75">
                <a:solidFill>
                  <a:srgbClr val="526669"/>
                </a:solidFill>
                <a:latin typeface="Plus Jakarta Sans"/>
                <a:ea typeface="Plus Jakarta Sans"/>
                <a:cs typeface="Plus Jakarta Sans"/>
              </a:defRPr>
            </a:defPPr>
            <a:lvl1pPr>
              <a:defRPr sz="975">
                <a:solidFill>
                  <a:srgbClr val="526669"/>
                </a:solidFill>
                <a:latin typeface="Plus Jakarta Sans"/>
                <a:ea typeface="Plus Jakarta Sans"/>
                <a:cs typeface="Plus Jakarta Sans"/>
              </a:defRPr>
            </a:lvl1pPr>
            <a:lvl2pPr>
              <a:defRPr sz="975">
                <a:solidFill>
                  <a:srgbClr val="526669"/>
                </a:solidFill>
                <a:latin typeface="Plus Jakarta Sans"/>
                <a:ea typeface="Plus Jakarta Sans"/>
                <a:cs typeface="Plus Jakarta Sans"/>
              </a:defRPr>
            </a:lvl2pPr>
            <a:lvl3pPr>
              <a:defRPr sz="975">
                <a:solidFill>
                  <a:srgbClr val="526669"/>
                </a:solidFill>
                <a:latin typeface="Plus Jakarta Sans"/>
                <a:ea typeface="Plus Jakarta Sans"/>
                <a:cs typeface="Plus Jakarta Sans"/>
              </a:defRPr>
            </a:lvl3pPr>
            <a:lvl4pPr>
              <a:defRPr sz="975">
                <a:solidFill>
                  <a:srgbClr val="526669"/>
                </a:solidFill>
                <a:latin typeface="Plus Jakarta Sans"/>
                <a:ea typeface="Plus Jakarta Sans"/>
                <a:cs typeface="Plus Jakarta Sans"/>
              </a:defRPr>
            </a:lvl4pPr>
            <a:lvl5pPr>
              <a:defRPr sz="975">
                <a:solidFill>
                  <a:srgbClr val="526669"/>
                </a:solidFill>
                <a:latin typeface="Plus Jakarta Sans"/>
                <a:ea typeface="Plus Jakarta Sans"/>
                <a:cs typeface="Plus Jakarta Sans"/>
              </a:defRPr>
            </a:lvl5pPr>
            <a:lvl6pPr>
              <a:defRPr sz="975">
                <a:solidFill>
                  <a:srgbClr val="526669"/>
                </a:solidFill>
                <a:latin typeface="Plus Jakarta Sans"/>
                <a:ea typeface="Plus Jakarta Sans"/>
                <a:cs typeface="Plus Jakarta Sans"/>
              </a:defRPr>
            </a:lvl6pPr>
            <a:lvl7pPr>
              <a:defRPr sz="975">
                <a:solidFill>
                  <a:srgbClr val="526669"/>
                </a:solidFill>
                <a:latin typeface="Plus Jakarta Sans"/>
                <a:ea typeface="Plus Jakarta Sans"/>
                <a:cs typeface="Plus Jakarta Sans"/>
              </a:defRPr>
            </a:lvl7pPr>
            <a:lvl8pPr>
              <a:defRPr sz="975">
                <a:solidFill>
                  <a:srgbClr val="526669"/>
                </a:solidFill>
                <a:latin typeface="Plus Jakarta Sans"/>
                <a:ea typeface="Plus Jakarta Sans"/>
                <a:cs typeface="Plus Jakarta Sans"/>
              </a:defRPr>
            </a:lvl8pPr>
            <a:lvl9pPr>
              <a:defRPr sz="975">
                <a:solidFill>
                  <a:srgbClr val="526669"/>
                </a:solidFill>
                <a:latin typeface="Plus Jakarta Sans"/>
                <a:ea typeface="Plus Jakarta Sans"/>
                <a:cs typeface="Plus Jakarta Sans"/>
              </a:defRPr>
            </a:lvl9pPr>
          </a:lstStyle>
          <a:p xmlns:a="http://schemas.openxmlformats.org/drawingml/2006/main">
            <a:pPr>
              <a:defRPr sz="975">
                <a:solidFill>
                  <a:srgbClr val="526669"/>
                </a:solidFill>
                <a:latin typeface="Plus Jakarta Sans"/>
                <a:ea typeface="Plus Jakarta Sans"/>
                <a:cs typeface="Plus Jakarta Sans"/>
              </a:defRPr>
            </a:pPr>
            <a:r>
              <a:rPr sz="975">
                <a:solidFill>
                  <a:srgbClr val="526669"/>
                </a:solidFill>
                <a:latin typeface="Plus Jakarta Sans"/>
                <a:ea typeface="Plus Jakarta Sans"/>
                <a:cs typeface="Plus Jakarta Sans"/>
              </a:rPr>
              <a:t>A promising pilot becomes durable only when total cost, data readiness, adoption and a clear business case are addressed together.</a:t>
            </a:r>
          </a:p>
        </p:txBody>
      </p:sp>
      <p:sp>
        <p:nvSpPr>
          <p:cNvPr id="16" name="operating question panel">
            <a:extLst xmlns:a="http://schemas.openxmlformats.org/drawingml/2006/main">
              <a:ext uri="{FF2B5EF4-FFF2-40B4-BE49-F238E27FC236}">
                <a16:creationId xmlns:a16="http://schemas.microsoft.com/office/drawing/2014/main" id="{FA0ECD4C-70FD-4B5E-BECB-5F6E8DFB6CB6}"/>
              </a:ext>
            </a:extLst>
          </p:cNvPr>
          <p:cNvSpPr>
            <a:spLocks xmlns:a="http://schemas.openxmlformats.org/drawingml/2006/main" noGrp="1"/>
          </p:cNvSpPr>
          <p:nvPr/>
        </p:nvSpPr>
        <p:spPr>
          <a:xfrm xmlns:a="http://schemas.openxmlformats.org/drawingml/2006/main">
            <a:off x="723900" y="5648325"/>
            <a:ext cx="10744200" cy="752475"/>
          </a:xfrm>
          <a:prstGeom xmlns:a="http://schemas.openxmlformats.org/drawingml/2006/main" prst="roundRect">
            <a:avLst>
              <a:gd name="adj" fmla="val 20253"/>
            </a:avLst>
          </a:prstGeom>
          <a:solidFill xmlns:a="http://schemas.openxmlformats.org/drawingml/2006/main">
            <a:srgbClr val="215052"/>
          </a:solidFill>
          <a:ln xmlns:a="http://schemas.openxmlformats.org/drawingml/2006/main" w="0">
            <a:noFill/>
            <a:prstDash val="solid"/>
          </a:ln>
        </p:spPr>
      </p:sp>
      <p:sp>
        <p:nvSpPr>
          <p:cNvPr id="17" name="label The operating question">
            <a:extLst xmlns:a="http://schemas.openxmlformats.org/drawingml/2006/main">
              <a:ext uri="{FF2B5EF4-FFF2-40B4-BE49-F238E27FC236}">
                <a16:creationId xmlns:a16="http://schemas.microsoft.com/office/drawing/2014/main" id="{1FF3FD79-BEE0-49BE-8AF7-C21D71A1D466}"/>
              </a:ext>
            </a:extLst>
          </p:cNvPr>
          <p:cNvSpPr>
            <a:spLocks xmlns:a="http://schemas.openxmlformats.org/drawingml/2006/main" noGrp="1"/>
          </p:cNvSpPr>
          <p:nvPr/>
        </p:nvSpPr>
        <p:spPr>
          <a:xfrm xmlns:a="http://schemas.openxmlformats.org/drawingml/2006/main">
            <a:off x="933450" y="5791200"/>
            <a:ext cx="3143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b="1">
                <a:solidFill>
                  <a:srgbClr val="3EC3D6"/>
                </a:solidFill>
                <a:latin typeface="Plus Jakarta Sans"/>
                <a:ea typeface="Plus Jakarta Sans"/>
                <a:cs typeface="Plus Jakarta Sans"/>
              </a:defRPr>
            </a:defPPr>
            <a:lvl1pPr>
              <a:defRPr sz="900" b="1">
                <a:solidFill>
                  <a:srgbClr val="3EC3D6"/>
                </a:solidFill>
                <a:latin typeface="Plus Jakarta Sans"/>
                <a:ea typeface="Plus Jakarta Sans"/>
                <a:cs typeface="Plus Jakarta Sans"/>
              </a:defRPr>
            </a:lvl1pPr>
            <a:lvl2pPr>
              <a:defRPr sz="900" b="1">
                <a:solidFill>
                  <a:srgbClr val="3EC3D6"/>
                </a:solidFill>
                <a:latin typeface="Plus Jakarta Sans"/>
                <a:ea typeface="Plus Jakarta Sans"/>
                <a:cs typeface="Plus Jakarta Sans"/>
              </a:defRPr>
            </a:lvl2pPr>
            <a:lvl3pPr>
              <a:defRPr sz="900" b="1">
                <a:solidFill>
                  <a:srgbClr val="3EC3D6"/>
                </a:solidFill>
                <a:latin typeface="Plus Jakarta Sans"/>
                <a:ea typeface="Plus Jakarta Sans"/>
                <a:cs typeface="Plus Jakarta Sans"/>
              </a:defRPr>
            </a:lvl3pPr>
            <a:lvl4pPr>
              <a:defRPr sz="900" b="1">
                <a:solidFill>
                  <a:srgbClr val="3EC3D6"/>
                </a:solidFill>
                <a:latin typeface="Plus Jakarta Sans"/>
                <a:ea typeface="Plus Jakarta Sans"/>
                <a:cs typeface="Plus Jakarta Sans"/>
              </a:defRPr>
            </a:lvl4pPr>
            <a:lvl5pPr>
              <a:defRPr sz="900" b="1">
                <a:solidFill>
                  <a:srgbClr val="3EC3D6"/>
                </a:solidFill>
                <a:latin typeface="Plus Jakarta Sans"/>
                <a:ea typeface="Plus Jakarta Sans"/>
                <a:cs typeface="Plus Jakarta Sans"/>
              </a:defRPr>
            </a:lvl5pPr>
            <a:lvl6pPr>
              <a:defRPr sz="900" b="1">
                <a:solidFill>
                  <a:srgbClr val="3EC3D6"/>
                </a:solidFill>
                <a:latin typeface="Plus Jakarta Sans"/>
                <a:ea typeface="Plus Jakarta Sans"/>
                <a:cs typeface="Plus Jakarta Sans"/>
              </a:defRPr>
            </a:lvl6pPr>
            <a:lvl7pPr>
              <a:defRPr sz="900" b="1">
                <a:solidFill>
                  <a:srgbClr val="3EC3D6"/>
                </a:solidFill>
                <a:latin typeface="Plus Jakarta Sans"/>
                <a:ea typeface="Plus Jakarta Sans"/>
                <a:cs typeface="Plus Jakarta Sans"/>
              </a:defRPr>
            </a:lvl7pPr>
            <a:lvl8pPr>
              <a:defRPr sz="900" b="1">
                <a:solidFill>
                  <a:srgbClr val="3EC3D6"/>
                </a:solidFill>
                <a:latin typeface="Plus Jakarta Sans"/>
                <a:ea typeface="Plus Jakarta Sans"/>
                <a:cs typeface="Plus Jakarta Sans"/>
              </a:defRPr>
            </a:lvl8pPr>
            <a:lvl9pPr>
              <a:defRPr sz="900" b="1">
                <a:solidFill>
                  <a:srgbClr val="3EC3D6"/>
                </a:solidFill>
                <a:latin typeface="Plus Jakarta Sans"/>
                <a:ea typeface="Plus Jakarta Sans"/>
                <a:cs typeface="Plus Jakarta Sans"/>
              </a:defRPr>
            </a:lvl9pPr>
          </a:lstStyle>
          <a:p xmlns:a="http://schemas.openxmlformats.org/drawingml/2006/main">
            <a:pPr>
              <a:defRPr sz="900" b="1">
                <a:solidFill>
                  <a:srgbClr val="3EC3D6"/>
                </a:solidFill>
                <a:latin typeface="Plus Jakarta Sans"/>
                <a:ea typeface="Plus Jakarta Sans"/>
                <a:cs typeface="Plus Jakarta Sans"/>
              </a:defRPr>
            </a:pPr>
            <a:r>
              <a:rPr sz="900" b="1">
                <a:solidFill>
                  <a:srgbClr val="3EC3D6"/>
                </a:solidFill>
                <a:latin typeface="Plus Jakarta Sans"/>
                <a:ea typeface="Plus Jakarta Sans"/>
                <a:cs typeface="Plus Jakarta Sans"/>
              </a:rPr>
              <a:t>THE OPERATING QUESTION</a:t>
            </a:r>
          </a:p>
        </p:txBody>
      </p:sp>
      <p:sp>
        <p:nvSpPr>
          <p:cNvPr id="18" name="operating question">
            <a:extLst xmlns:a="http://schemas.openxmlformats.org/drawingml/2006/main">
              <a:ext uri="{FF2B5EF4-FFF2-40B4-BE49-F238E27FC236}">
                <a16:creationId xmlns:a16="http://schemas.microsoft.com/office/drawing/2014/main" id="{4FA181BE-7262-49EA-B6AE-FED8D1E73C09}"/>
              </a:ext>
            </a:extLst>
          </p:cNvPr>
          <p:cNvSpPr>
            <a:spLocks xmlns:a="http://schemas.openxmlformats.org/drawingml/2006/main" noGrp="1"/>
          </p:cNvSpPr>
          <p:nvPr/>
        </p:nvSpPr>
        <p:spPr>
          <a:xfrm xmlns:a="http://schemas.openxmlformats.org/drawingml/2006/main">
            <a:off x="933450" y="6048375"/>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00" b="1">
                <a:solidFill>
                  <a:srgbClr val="FFFFFF"/>
                </a:solidFill>
                <a:latin typeface="Plus Jakarta Sans"/>
                <a:ea typeface="Plus Jakarta Sans"/>
                <a:cs typeface="Plus Jakarta Sans"/>
              </a:defRPr>
            </a:defPPr>
            <a:lvl1pPr>
              <a:defRPr sz="1500" b="1">
                <a:solidFill>
                  <a:srgbClr val="FFFFFF"/>
                </a:solidFill>
                <a:latin typeface="Plus Jakarta Sans"/>
                <a:ea typeface="Plus Jakarta Sans"/>
                <a:cs typeface="Plus Jakarta Sans"/>
              </a:defRPr>
            </a:lvl1pPr>
            <a:lvl2pPr>
              <a:defRPr sz="1500" b="1">
                <a:solidFill>
                  <a:srgbClr val="FFFFFF"/>
                </a:solidFill>
                <a:latin typeface="Plus Jakarta Sans"/>
                <a:ea typeface="Plus Jakarta Sans"/>
                <a:cs typeface="Plus Jakarta Sans"/>
              </a:defRPr>
            </a:lvl2pPr>
            <a:lvl3pPr>
              <a:defRPr sz="1500" b="1">
                <a:solidFill>
                  <a:srgbClr val="FFFFFF"/>
                </a:solidFill>
                <a:latin typeface="Plus Jakarta Sans"/>
                <a:ea typeface="Plus Jakarta Sans"/>
                <a:cs typeface="Plus Jakarta Sans"/>
              </a:defRPr>
            </a:lvl3pPr>
            <a:lvl4pPr>
              <a:defRPr sz="1500" b="1">
                <a:solidFill>
                  <a:srgbClr val="FFFFFF"/>
                </a:solidFill>
                <a:latin typeface="Plus Jakarta Sans"/>
                <a:ea typeface="Plus Jakarta Sans"/>
                <a:cs typeface="Plus Jakarta Sans"/>
              </a:defRPr>
            </a:lvl4pPr>
            <a:lvl5pPr>
              <a:defRPr sz="1500" b="1">
                <a:solidFill>
                  <a:srgbClr val="FFFFFF"/>
                </a:solidFill>
                <a:latin typeface="Plus Jakarta Sans"/>
                <a:ea typeface="Plus Jakarta Sans"/>
                <a:cs typeface="Plus Jakarta Sans"/>
              </a:defRPr>
            </a:lvl5pPr>
            <a:lvl6pPr>
              <a:defRPr sz="1500" b="1">
                <a:solidFill>
                  <a:srgbClr val="FFFFFF"/>
                </a:solidFill>
                <a:latin typeface="Plus Jakarta Sans"/>
                <a:ea typeface="Plus Jakarta Sans"/>
                <a:cs typeface="Plus Jakarta Sans"/>
              </a:defRPr>
            </a:lvl6pPr>
            <a:lvl7pPr>
              <a:defRPr sz="1500" b="1">
                <a:solidFill>
                  <a:srgbClr val="FFFFFF"/>
                </a:solidFill>
                <a:latin typeface="Plus Jakarta Sans"/>
                <a:ea typeface="Plus Jakarta Sans"/>
                <a:cs typeface="Plus Jakarta Sans"/>
              </a:defRPr>
            </a:lvl7pPr>
            <a:lvl8pPr>
              <a:defRPr sz="1500" b="1">
                <a:solidFill>
                  <a:srgbClr val="FFFFFF"/>
                </a:solidFill>
                <a:latin typeface="Plus Jakarta Sans"/>
                <a:ea typeface="Plus Jakarta Sans"/>
                <a:cs typeface="Plus Jakarta Sans"/>
              </a:defRPr>
            </a:lvl8pPr>
            <a:lvl9pPr>
              <a:defRPr sz="1500" b="1">
                <a:solidFill>
                  <a:srgbClr val="FFFFFF"/>
                </a:solidFill>
                <a:latin typeface="Plus Jakarta Sans"/>
                <a:ea typeface="Plus Jakarta Sans"/>
                <a:cs typeface="Plus Jakarta Sans"/>
              </a:defRPr>
            </a:lvl9pPr>
          </a:lstStyle>
          <a:p xmlns:a="http://schemas.openxmlformats.org/drawingml/2006/main">
            <a:pPr>
              <a:defRPr sz="1500" b="1">
                <a:solidFill>
                  <a:srgbClr val="FFFFFF"/>
                </a:solidFill>
                <a:latin typeface="Plus Jakarta Sans"/>
                <a:ea typeface="Plus Jakarta Sans"/>
                <a:cs typeface="Plus Jakarta Sans"/>
              </a:defRPr>
            </a:pPr>
            <a:r>
              <a:rPr sz="1500" b="1">
                <a:solidFill>
                  <a:srgbClr val="FFFFFF"/>
                </a:solidFill>
                <a:latin typeface="Plus Jakarta Sans"/>
                <a:ea typeface="Plus Jakarta Sans"/>
                <a:cs typeface="Plus Jakarta Sans"/>
              </a:rPr>
              <a:t>Does this release capacity to create measurable value?</a:t>
            </a:r>
          </a:p>
        </p:txBody>
      </p:sp>
      <p:sp>
        <p:nvSpPr>
          <p:cNvPr id="19" name="footer line">
            <a:extLst xmlns:a="http://schemas.openxmlformats.org/drawingml/2006/main">
              <a:ext uri="{FF2B5EF4-FFF2-40B4-BE49-F238E27FC236}">
                <a16:creationId xmlns:a16="http://schemas.microsoft.com/office/drawing/2014/main" id="{E5A47429-BA0B-4B17-9304-B4BC7C8B21B6}"/>
              </a:ext>
            </a:extLst>
          </p:cNvPr>
          <p:cNvSpPr>
            <a:spLocks xmlns:a="http://schemas.openxmlformats.org/drawingml/2006/main" noGrp="1"/>
          </p:cNvSpPr>
          <p:nvPr/>
        </p:nvSpPr>
        <p:spPr>
          <a:xfrm xmlns:a="http://schemas.openxmlformats.org/drawingml/2006/main">
            <a:off x="723900" y="6362700"/>
            <a:ext cx="10744200" cy="9525"/>
          </a:xfrm>
          <a:prstGeom xmlns:a="http://schemas.openxmlformats.org/drawingml/2006/main" prst="rect">
            <a:avLst/>
          </a:prstGeom>
          <a:solidFill xmlns:a="http://schemas.openxmlformats.org/drawingml/2006/main">
            <a:srgbClr val="CADAD9"/>
          </a:solidFill>
          <a:ln xmlns:a="http://schemas.openxmlformats.org/drawingml/2006/main" w="0">
            <a:noFill/>
            <a:prstDash val="solid"/>
          </a:ln>
        </p:spPr>
      </p:sp>
      <p:sp>
        <p:nvSpPr>
          <p:cNvPr id="20" name="footer event name">
            <a:extLst xmlns:a="http://schemas.openxmlformats.org/drawingml/2006/main">
              <a:ext uri="{FF2B5EF4-FFF2-40B4-BE49-F238E27FC236}">
                <a16:creationId xmlns:a16="http://schemas.microsoft.com/office/drawing/2014/main" id="{2DC32A2B-048D-4BB6-8DED-38C5FC603F9B}"/>
              </a:ext>
            </a:extLst>
          </p:cNvPr>
          <p:cNvSpPr>
            <a:spLocks xmlns:a="http://schemas.openxmlformats.org/drawingml/2006/main" noGrp="1"/>
          </p:cNvSpPr>
          <p:nvPr/>
        </p:nvSpPr>
        <p:spPr>
          <a:xfrm xmlns:a="http://schemas.openxmlformats.org/drawingml/2006/main">
            <a:off x="7239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750" b="1">
                <a:solidFill>
                  <a:srgbClr val="526669"/>
                </a:solidFill>
                <a:latin typeface="Plus Jakarta Sans"/>
                <a:ea typeface="Plus Jakarta Sans"/>
                <a:cs typeface="Plus Jakarta Sans"/>
              </a:defRPr>
            </a:defPPr>
            <a:lvl1pPr>
              <a:defRPr sz="750" b="1">
                <a:solidFill>
                  <a:srgbClr val="526669"/>
                </a:solidFill>
                <a:latin typeface="Plus Jakarta Sans"/>
                <a:ea typeface="Plus Jakarta Sans"/>
                <a:cs typeface="Plus Jakarta Sans"/>
              </a:defRPr>
            </a:lvl1pPr>
            <a:lvl2pPr>
              <a:defRPr sz="750" b="1">
                <a:solidFill>
                  <a:srgbClr val="526669"/>
                </a:solidFill>
                <a:latin typeface="Plus Jakarta Sans"/>
                <a:ea typeface="Plus Jakarta Sans"/>
                <a:cs typeface="Plus Jakarta Sans"/>
              </a:defRPr>
            </a:lvl2pPr>
            <a:lvl3pPr>
              <a:defRPr sz="750" b="1">
                <a:solidFill>
                  <a:srgbClr val="526669"/>
                </a:solidFill>
                <a:latin typeface="Plus Jakarta Sans"/>
                <a:ea typeface="Plus Jakarta Sans"/>
                <a:cs typeface="Plus Jakarta Sans"/>
              </a:defRPr>
            </a:lvl3pPr>
            <a:lvl4pPr>
              <a:defRPr sz="750" b="1">
                <a:solidFill>
                  <a:srgbClr val="526669"/>
                </a:solidFill>
                <a:latin typeface="Plus Jakarta Sans"/>
                <a:ea typeface="Plus Jakarta Sans"/>
                <a:cs typeface="Plus Jakarta Sans"/>
              </a:defRPr>
            </a:lvl4pPr>
            <a:lvl5pPr>
              <a:defRPr sz="750" b="1">
                <a:solidFill>
                  <a:srgbClr val="526669"/>
                </a:solidFill>
                <a:latin typeface="Plus Jakarta Sans"/>
                <a:ea typeface="Plus Jakarta Sans"/>
                <a:cs typeface="Plus Jakarta Sans"/>
              </a:defRPr>
            </a:lvl5pPr>
            <a:lvl6pPr>
              <a:defRPr sz="750" b="1">
                <a:solidFill>
                  <a:srgbClr val="526669"/>
                </a:solidFill>
                <a:latin typeface="Plus Jakarta Sans"/>
                <a:ea typeface="Plus Jakarta Sans"/>
                <a:cs typeface="Plus Jakarta Sans"/>
              </a:defRPr>
            </a:lvl6pPr>
            <a:lvl7pPr>
              <a:defRPr sz="750" b="1">
                <a:solidFill>
                  <a:srgbClr val="526669"/>
                </a:solidFill>
                <a:latin typeface="Plus Jakarta Sans"/>
                <a:ea typeface="Plus Jakarta Sans"/>
                <a:cs typeface="Plus Jakarta Sans"/>
              </a:defRPr>
            </a:lvl7pPr>
            <a:lvl8pPr>
              <a:defRPr sz="750" b="1">
                <a:solidFill>
                  <a:srgbClr val="526669"/>
                </a:solidFill>
                <a:latin typeface="Plus Jakarta Sans"/>
                <a:ea typeface="Plus Jakarta Sans"/>
                <a:cs typeface="Plus Jakarta Sans"/>
              </a:defRPr>
            </a:lvl8pPr>
            <a:lvl9pPr>
              <a:defRPr sz="750" b="1">
                <a:solidFill>
                  <a:srgbClr val="526669"/>
                </a:solidFill>
                <a:latin typeface="Plus Jakarta Sans"/>
                <a:ea typeface="Plus Jakarta Sans"/>
                <a:cs typeface="Plus Jakarta Sans"/>
              </a:defRPr>
            </a:lvl9pPr>
          </a:lstStyle>
          <a:p xmlns:a="http://schemas.openxmlformats.org/drawingml/2006/main">
            <a:pPr>
              <a:defRPr sz="750" b="1">
                <a:solidFill>
                  <a:srgbClr val="526669"/>
                </a:solidFill>
                <a:latin typeface="Plus Jakarta Sans"/>
                <a:ea typeface="Plus Jakarta Sans"/>
                <a:cs typeface="Plus Jakarta Sans"/>
              </a:defRPr>
            </a:pPr>
            <a:r>
              <a:rPr sz="750" b="1">
                <a:solidFill>
                  <a:srgbClr val="526669"/>
                </a:solidFill>
                <a:latin typeface="Plus Jakarta Sans"/>
                <a:ea typeface="Plus Jakarta Sans"/>
                <a:cs typeface="Plus Jakarta Sans"/>
              </a:rPr>
              <a:t>ODYSSEY, PARTNER SUMMIT ’26</a:t>
            </a:r>
          </a:p>
        </p:txBody>
      </p:sp>
      <p:sp>
        <p:nvSpPr>
          <p:cNvPr id="21" name="footer page number">
            <a:extLst xmlns:a="http://schemas.openxmlformats.org/drawingml/2006/main">
              <a:ext uri="{FF2B5EF4-FFF2-40B4-BE49-F238E27FC236}">
                <a16:creationId xmlns:a16="http://schemas.microsoft.com/office/drawing/2014/main" id="{8DE65912-58B2-4651-96F1-D56D00FBFA3A}"/>
              </a:ext>
            </a:extLst>
          </p:cNvPr>
          <p:cNvSpPr>
            <a:spLocks xmlns:a="http://schemas.openxmlformats.org/drawingml/2006/main" noGrp="1"/>
          </p:cNvSpPr>
          <p:nvPr/>
        </p:nvSpPr>
        <p:spPr>
          <a:xfrm xmlns:a="http://schemas.openxmlformats.org/drawingml/2006/main">
            <a:off x="11106150" y="6486525"/>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750" b="1">
                <a:solidFill>
                  <a:srgbClr val="526669"/>
                </a:solidFill>
                <a:latin typeface="Plus Jakarta Sans"/>
                <a:ea typeface="Plus Jakarta Sans"/>
                <a:cs typeface="Plus Jakarta Sans"/>
              </a:defRPr>
            </a:defPPr>
            <a:lvl1pPr algn="r">
              <a:defRPr sz="750" b="1">
                <a:solidFill>
                  <a:srgbClr val="526669"/>
                </a:solidFill>
                <a:latin typeface="Plus Jakarta Sans"/>
                <a:ea typeface="Plus Jakarta Sans"/>
                <a:cs typeface="Plus Jakarta Sans"/>
              </a:defRPr>
            </a:lvl1pPr>
            <a:lvl2pPr algn="r">
              <a:defRPr sz="750" b="1">
                <a:solidFill>
                  <a:srgbClr val="526669"/>
                </a:solidFill>
                <a:latin typeface="Plus Jakarta Sans"/>
                <a:ea typeface="Plus Jakarta Sans"/>
                <a:cs typeface="Plus Jakarta Sans"/>
              </a:defRPr>
            </a:lvl2pPr>
            <a:lvl3pPr algn="r">
              <a:defRPr sz="750" b="1">
                <a:solidFill>
                  <a:srgbClr val="526669"/>
                </a:solidFill>
                <a:latin typeface="Plus Jakarta Sans"/>
                <a:ea typeface="Plus Jakarta Sans"/>
                <a:cs typeface="Plus Jakarta Sans"/>
              </a:defRPr>
            </a:lvl3pPr>
            <a:lvl4pPr algn="r">
              <a:defRPr sz="750" b="1">
                <a:solidFill>
                  <a:srgbClr val="526669"/>
                </a:solidFill>
                <a:latin typeface="Plus Jakarta Sans"/>
                <a:ea typeface="Plus Jakarta Sans"/>
                <a:cs typeface="Plus Jakarta Sans"/>
              </a:defRPr>
            </a:lvl4pPr>
            <a:lvl5pPr algn="r">
              <a:defRPr sz="750" b="1">
                <a:solidFill>
                  <a:srgbClr val="526669"/>
                </a:solidFill>
                <a:latin typeface="Plus Jakarta Sans"/>
                <a:ea typeface="Plus Jakarta Sans"/>
                <a:cs typeface="Plus Jakarta Sans"/>
              </a:defRPr>
            </a:lvl5pPr>
            <a:lvl6pPr algn="r">
              <a:defRPr sz="750" b="1">
                <a:solidFill>
                  <a:srgbClr val="526669"/>
                </a:solidFill>
                <a:latin typeface="Plus Jakarta Sans"/>
                <a:ea typeface="Plus Jakarta Sans"/>
                <a:cs typeface="Plus Jakarta Sans"/>
              </a:defRPr>
            </a:lvl6pPr>
            <a:lvl7pPr algn="r">
              <a:defRPr sz="750" b="1">
                <a:solidFill>
                  <a:srgbClr val="526669"/>
                </a:solidFill>
                <a:latin typeface="Plus Jakarta Sans"/>
                <a:ea typeface="Plus Jakarta Sans"/>
                <a:cs typeface="Plus Jakarta Sans"/>
              </a:defRPr>
            </a:lvl7pPr>
            <a:lvl8pPr algn="r">
              <a:defRPr sz="750" b="1">
                <a:solidFill>
                  <a:srgbClr val="526669"/>
                </a:solidFill>
                <a:latin typeface="Plus Jakarta Sans"/>
                <a:ea typeface="Plus Jakarta Sans"/>
                <a:cs typeface="Plus Jakarta Sans"/>
              </a:defRPr>
            </a:lvl8pPr>
            <a:lvl9pPr algn="r">
              <a:defRPr sz="750" b="1">
                <a:solidFill>
                  <a:srgbClr val="526669"/>
                </a:solidFill>
                <a:latin typeface="Plus Jakarta Sans"/>
                <a:ea typeface="Plus Jakarta Sans"/>
                <a:cs typeface="Plus Jakarta Sans"/>
              </a:defRPr>
            </a:lvl9pPr>
          </a:lstStyle>
          <a:p xmlns:a="http://schemas.openxmlformats.org/drawingml/2006/main">
            <a:pPr algn="r">
              <a:defRPr sz="750" b="1">
                <a:solidFill>
                  <a:srgbClr val="526669"/>
                </a:solidFill>
                <a:latin typeface="Plus Jakarta Sans"/>
                <a:ea typeface="Plus Jakarta Sans"/>
                <a:cs typeface="Plus Jakarta Sans"/>
              </a:defRPr>
            </a:pPr>
            <a:r>
              <a:rPr sz="750" b="1">
                <a:solidFill>
                  <a:srgbClr val="526669"/>
                </a:solidFill>
                <a:latin typeface="Plus Jakarta Sans"/>
                <a:ea typeface="Plus Jakarta Sans"/>
                <a:cs typeface="Plus Jakarta Sans"/>
              </a:rPr>
              <a:t>04</a:t>
            </a:r>
          </a:p>
        </p:txBody>
      </p:sp>
    </p:spTree>
    <p:extLst>
      <p:ext uri="{BB962C8B-B14F-4D97-AF65-F5344CB8AC3E}">
        <p14:creationId xmlns:p14="http://schemas.microsoft.com/office/powerpoint/2010/main" val="1429434626"/>
      </p:ext>
    </p:extLst>
  </p:cSld>
</p:sld>
</file>

<file path=ppt/slides/slide5.xml><?xml version="1.0" encoding="utf-8"?>
<p:sld xmlns:p="http://schemas.openxmlformats.org/presentationml/2006/main">
  <p:cSld>
    <p:bg>
      <p:bgPr>
        <a:solidFill xmlns:a="http://schemas.openxmlformats.org/drawingml/2006/main">
          <a:srgbClr val="F4F8F7"/>
        </a:solidFill>
      </p:bgPr>
    </p:bg>
    <p:spTree>
      <p:nvGrpSpPr>
        <p:cNvPr id="1" name=""/>
        <p:cNvGrpSpPr/>
        <p:nvPr/>
      </p:nvGrpSpPr>
      <p:grpSpPr>
        <a:xfrm xmlns:a="http://schemas.openxmlformats.org/drawingml/2006/main"/>
      </p:grpSpPr>
      <p:sp>
        <p:nvSpPr>
          <p:cNvPr id="21" name="label Session highlights / 03">
            <a:extLst xmlns:a="http://schemas.openxmlformats.org/drawingml/2006/main">
              <a:ext uri="{FF2B5EF4-FFF2-40B4-BE49-F238E27FC236}">
                <a16:creationId xmlns:a16="http://schemas.microsoft.com/office/drawing/2014/main" id="{B0CC6754-F9B9-4028-B54A-B5899E636658}"/>
              </a:ext>
            </a:extLst>
          </p:cNvPr>
          <p:cNvSpPr>
            <a:spLocks xmlns:a="http://schemas.openxmlformats.org/drawingml/2006/main" noGrp="1"/>
          </p:cNvSpPr>
          <p:nvPr/>
        </p:nvSpPr>
        <p:spPr>
          <a:xfrm xmlns:a="http://schemas.openxmlformats.org/drawingml/2006/main">
            <a:off x="723900" y="514350"/>
            <a:ext cx="3143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b="1">
                <a:solidFill>
                  <a:srgbClr val="F15D2B"/>
                </a:solidFill>
                <a:latin typeface="Plus Jakarta Sans"/>
                <a:ea typeface="Plus Jakarta Sans"/>
                <a:cs typeface="Plus Jakarta Sans"/>
              </a:defRPr>
            </a:defPPr>
            <a:lvl1pPr>
              <a:defRPr sz="900" b="1">
                <a:solidFill>
                  <a:srgbClr val="F15D2B"/>
                </a:solidFill>
                <a:latin typeface="Plus Jakarta Sans"/>
                <a:ea typeface="Plus Jakarta Sans"/>
                <a:cs typeface="Plus Jakarta Sans"/>
              </a:defRPr>
            </a:lvl1pPr>
            <a:lvl2pPr>
              <a:defRPr sz="900" b="1">
                <a:solidFill>
                  <a:srgbClr val="F15D2B"/>
                </a:solidFill>
                <a:latin typeface="Plus Jakarta Sans"/>
                <a:ea typeface="Plus Jakarta Sans"/>
                <a:cs typeface="Plus Jakarta Sans"/>
              </a:defRPr>
            </a:lvl2pPr>
            <a:lvl3pPr>
              <a:defRPr sz="900" b="1">
                <a:solidFill>
                  <a:srgbClr val="F15D2B"/>
                </a:solidFill>
                <a:latin typeface="Plus Jakarta Sans"/>
                <a:ea typeface="Plus Jakarta Sans"/>
                <a:cs typeface="Plus Jakarta Sans"/>
              </a:defRPr>
            </a:lvl3pPr>
            <a:lvl4pPr>
              <a:defRPr sz="900" b="1">
                <a:solidFill>
                  <a:srgbClr val="F15D2B"/>
                </a:solidFill>
                <a:latin typeface="Plus Jakarta Sans"/>
                <a:ea typeface="Plus Jakarta Sans"/>
                <a:cs typeface="Plus Jakarta Sans"/>
              </a:defRPr>
            </a:lvl4pPr>
            <a:lvl5pPr>
              <a:defRPr sz="900" b="1">
                <a:solidFill>
                  <a:srgbClr val="F15D2B"/>
                </a:solidFill>
                <a:latin typeface="Plus Jakarta Sans"/>
                <a:ea typeface="Plus Jakarta Sans"/>
                <a:cs typeface="Plus Jakarta Sans"/>
              </a:defRPr>
            </a:lvl5pPr>
            <a:lvl6pPr>
              <a:defRPr sz="900" b="1">
                <a:solidFill>
                  <a:srgbClr val="F15D2B"/>
                </a:solidFill>
                <a:latin typeface="Plus Jakarta Sans"/>
                <a:ea typeface="Plus Jakarta Sans"/>
                <a:cs typeface="Plus Jakarta Sans"/>
              </a:defRPr>
            </a:lvl6pPr>
            <a:lvl7pPr>
              <a:defRPr sz="900" b="1">
                <a:solidFill>
                  <a:srgbClr val="F15D2B"/>
                </a:solidFill>
                <a:latin typeface="Plus Jakarta Sans"/>
                <a:ea typeface="Plus Jakarta Sans"/>
                <a:cs typeface="Plus Jakarta Sans"/>
              </a:defRPr>
            </a:lvl7pPr>
            <a:lvl8pPr>
              <a:defRPr sz="900" b="1">
                <a:solidFill>
                  <a:srgbClr val="F15D2B"/>
                </a:solidFill>
                <a:latin typeface="Plus Jakarta Sans"/>
                <a:ea typeface="Plus Jakarta Sans"/>
                <a:cs typeface="Plus Jakarta Sans"/>
              </a:defRPr>
            </a:lvl8pPr>
            <a:lvl9pPr>
              <a:defRPr sz="900" b="1">
                <a:solidFill>
                  <a:srgbClr val="F15D2B"/>
                </a:solidFill>
                <a:latin typeface="Plus Jakarta Sans"/>
                <a:ea typeface="Plus Jakarta Sans"/>
                <a:cs typeface="Plus Jakarta Sans"/>
              </a:defRPr>
            </a:lvl9pPr>
          </a:lstStyle>
          <a:p xmlns:a="http://schemas.openxmlformats.org/drawingml/2006/main">
            <a:pPr>
              <a:defRPr sz="900" b="1">
                <a:solidFill>
                  <a:srgbClr val="F15D2B"/>
                </a:solidFill>
                <a:latin typeface="Plus Jakarta Sans"/>
                <a:ea typeface="Plus Jakarta Sans"/>
                <a:cs typeface="Plus Jakarta Sans"/>
              </a:defRPr>
            </a:pPr>
            <a:r>
              <a:rPr sz="900" b="1">
                <a:solidFill>
                  <a:srgbClr val="F15D2B"/>
                </a:solidFill>
                <a:latin typeface="Plus Jakarta Sans"/>
                <a:ea typeface="Plus Jakarta Sans"/>
                <a:cs typeface="Plus Jakarta Sans"/>
              </a:rPr>
              <a:t>SESSION HIGHLIGHTS / 03</a:t>
            </a:r>
          </a:p>
        </p:txBody>
      </p:sp>
      <p:sp>
        <p:nvSpPr>
          <p:cNvPr id="2" name="leadership heading">
            <a:extLst xmlns:a="http://schemas.openxmlformats.org/drawingml/2006/main">
              <a:ext uri="{FF2B5EF4-FFF2-40B4-BE49-F238E27FC236}">
                <a16:creationId xmlns:a16="http://schemas.microsoft.com/office/drawing/2014/main" id="{1626BEAD-3C92-47EC-8E54-656D8FF3A8F5}"/>
              </a:ext>
            </a:extLst>
          </p:cNvPr>
          <p:cNvSpPr>
            <a:spLocks xmlns:a="http://schemas.openxmlformats.org/drawingml/2006/main" noGrp="1"/>
          </p:cNvSpPr>
          <p:nvPr/>
        </p:nvSpPr>
        <p:spPr>
          <a:xfrm xmlns:a="http://schemas.openxmlformats.org/drawingml/2006/main">
            <a:off x="723900" y="828675"/>
            <a:ext cx="9715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700" b="1">
                <a:solidFill>
                  <a:srgbClr val="215052"/>
                </a:solidFill>
                <a:latin typeface="Plus Jakarta Sans"/>
                <a:ea typeface="Plus Jakarta Sans"/>
                <a:cs typeface="Plus Jakarta Sans"/>
              </a:defRPr>
            </a:defPPr>
            <a:lvl1pPr>
              <a:defRPr sz="2700" b="1">
                <a:solidFill>
                  <a:srgbClr val="215052"/>
                </a:solidFill>
                <a:latin typeface="Plus Jakarta Sans"/>
                <a:ea typeface="Plus Jakarta Sans"/>
                <a:cs typeface="Plus Jakarta Sans"/>
              </a:defRPr>
            </a:lvl1pPr>
            <a:lvl2pPr>
              <a:defRPr sz="2700" b="1">
                <a:solidFill>
                  <a:srgbClr val="215052"/>
                </a:solidFill>
                <a:latin typeface="Plus Jakarta Sans"/>
                <a:ea typeface="Plus Jakarta Sans"/>
                <a:cs typeface="Plus Jakarta Sans"/>
              </a:defRPr>
            </a:lvl2pPr>
            <a:lvl3pPr>
              <a:defRPr sz="2700" b="1">
                <a:solidFill>
                  <a:srgbClr val="215052"/>
                </a:solidFill>
                <a:latin typeface="Plus Jakarta Sans"/>
                <a:ea typeface="Plus Jakarta Sans"/>
                <a:cs typeface="Plus Jakarta Sans"/>
              </a:defRPr>
            </a:lvl3pPr>
            <a:lvl4pPr>
              <a:defRPr sz="2700" b="1">
                <a:solidFill>
                  <a:srgbClr val="215052"/>
                </a:solidFill>
                <a:latin typeface="Plus Jakarta Sans"/>
                <a:ea typeface="Plus Jakarta Sans"/>
                <a:cs typeface="Plus Jakarta Sans"/>
              </a:defRPr>
            </a:lvl4pPr>
            <a:lvl5pPr>
              <a:defRPr sz="2700" b="1">
                <a:solidFill>
                  <a:srgbClr val="215052"/>
                </a:solidFill>
                <a:latin typeface="Plus Jakarta Sans"/>
                <a:ea typeface="Plus Jakarta Sans"/>
                <a:cs typeface="Plus Jakarta Sans"/>
              </a:defRPr>
            </a:lvl5pPr>
            <a:lvl6pPr>
              <a:defRPr sz="2700" b="1">
                <a:solidFill>
                  <a:srgbClr val="215052"/>
                </a:solidFill>
                <a:latin typeface="Plus Jakarta Sans"/>
                <a:ea typeface="Plus Jakarta Sans"/>
                <a:cs typeface="Plus Jakarta Sans"/>
              </a:defRPr>
            </a:lvl6pPr>
            <a:lvl7pPr>
              <a:defRPr sz="2700" b="1">
                <a:solidFill>
                  <a:srgbClr val="215052"/>
                </a:solidFill>
                <a:latin typeface="Plus Jakarta Sans"/>
                <a:ea typeface="Plus Jakarta Sans"/>
                <a:cs typeface="Plus Jakarta Sans"/>
              </a:defRPr>
            </a:lvl7pPr>
            <a:lvl8pPr>
              <a:defRPr sz="2700" b="1">
                <a:solidFill>
                  <a:srgbClr val="215052"/>
                </a:solidFill>
                <a:latin typeface="Plus Jakarta Sans"/>
                <a:ea typeface="Plus Jakarta Sans"/>
                <a:cs typeface="Plus Jakarta Sans"/>
              </a:defRPr>
            </a:lvl8pPr>
            <a:lvl9pPr>
              <a:defRPr sz="2700" b="1">
                <a:solidFill>
                  <a:srgbClr val="215052"/>
                </a:solidFill>
                <a:latin typeface="Plus Jakarta Sans"/>
                <a:ea typeface="Plus Jakarta Sans"/>
                <a:cs typeface="Plus Jakarta Sans"/>
              </a:defRPr>
            </a:lvl9pPr>
          </a:lstStyle>
          <a:p xmlns:a="http://schemas.openxmlformats.org/drawingml/2006/main">
            <a:pPr>
              <a:defRPr sz="2700" b="1">
                <a:solidFill>
                  <a:srgbClr val="215052"/>
                </a:solidFill>
                <a:latin typeface="Plus Jakarta Sans"/>
                <a:ea typeface="Plus Jakarta Sans"/>
                <a:cs typeface="Plus Jakarta Sans"/>
              </a:defRPr>
            </a:pPr>
            <a:r>
              <a:rPr sz="2700" b="1">
                <a:solidFill>
                  <a:srgbClr val="215052"/>
                </a:solidFill>
                <a:latin typeface="Plus Jakarta Sans"/>
                <a:ea typeface="Plus Jakarta Sans"/>
                <a:cs typeface="Plus Jakarta Sans"/>
              </a:rPr>
              <a:t>Leadership, in the conversations that matter</a:t>
            </a:r>
          </a:p>
        </p:txBody>
      </p:sp>
      <p:sp>
        <p:nvSpPr>
          <p:cNvPr id="3" name="leadership introduction">
            <a:extLst xmlns:a="http://schemas.openxmlformats.org/drawingml/2006/main">
              <a:ext uri="{FF2B5EF4-FFF2-40B4-BE49-F238E27FC236}">
                <a16:creationId xmlns:a16="http://schemas.microsoft.com/office/drawing/2014/main" id="{ADB1A96B-41AE-4BA9-A4EB-42E448F79E65}"/>
              </a:ext>
            </a:extLst>
          </p:cNvPr>
          <p:cNvSpPr>
            <a:spLocks xmlns:a="http://schemas.openxmlformats.org/drawingml/2006/main" noGrp="1"/>
          </p:cNvSpPr>
          <p:nvPr/>
        </p:nvSpPr>
        <p:spPr>
          <a:xfrm xmlns:a="http://schemas.openxmlformats.org/drawingml/2006/main">
            <a:off x="723900" y="1352550"/>
            <a:ext cx="981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a:solidFill>
                  <a:srgbClr val="526669"/>
                </a:solidFill>
                <a:latin typeface="Plus Jakarta Sans"/>
                <a:ea typeface="Plus Jakarta Sans"/>
                <a:cs typeface="Plus Jakarta Sans"/>
              </a:defRPr>
            </a:defPPr>
            <a:lvl1pPr>
              <a:defRPr sz="1125">
                <a:solidFill>
                  <a:srgbClr val="526669"/>
                </a:solidFill>
                <a:latin typeface="Plus Jakarta Sans"/>
                <a:ea typeface="Plus Jakarta Sans"/>
                <a:cs typeface="Plus Jakarta Sans"/>
              </a:defRPr>
            </a:lvl1pPr>
            <a:lvl2pPr>
              <a:defRPr sz="1125">
                <a:solidFill>
                  <a:srgbClr val="526669"/>
                </a:solidFill>
                <a:latin typeface="Plus Jakarta Sans"/>
                <a:ea typeface="Plus Jakarta Sans"/>
                <a:cs typeface="Plus Jakarta Sans"/>
              </a:defRPr>
            </a:lvl2pPr>
            <a:lvl3pPr>
              <a:defRPr sz="1125">
                <a:solidFill>
                  <a:srgbClr val="526669"/>
                </a:solidFill>
                <a:latin typeface="Plus Jakarta Sans"/>
                <a:ea typeface="Plus Jakarta Sans"/>
                <a:cs typeface="Plus Jakarta Sans"/>
              </a:defRPr>
            </a:lvl3pPr>
            <a:lvl4pPr>
              <a:defRPr sz="1125">
                <a:solidFill>
                  <a:srgbClr val="526669"/>
                </a:solidFill>
                <a:latin typeface="Plus Jakarta Sans"/>
                <a:ea typeface="Plus Jakarta Sans"/>
                <a:cs typeface="Plus Jakarta Sans"/>
              </a:defRPr>
            </a:lvl4pPr>
            <a:lvl5pPr>
              <a:defRPr sz="1125">
                <a:solidFill>
                  <a:srgbClr val="526669"/>
                </a:solidFill>
                <a:latin typeface="Plus Jakarta Sans"/>
                <a:ea typeface="Plus Jakarta Sans"/>
                <a:cs typeface="Plus Jakarta Sans"/>
              </a:defRPr>
            </a:lvl5pPr>
            <a:lvl6pPr>
              <a:defRPr sz="1125">
                <a:solidFill>
                  <a:srgbClr val="526669"/>
                </a:solidFill>
                <a:latin typeface="Plus Jakarta Sans"/>
                <a:ea typeface="Plus Jakarta Sans"/>
                <a:cs typeface="Plus Jakarta Sans"/>
              </a:defRPr>
            </a:lvl6pPr>
            <a:lvl7pPr>
              <a:defRPr sz="1125">
                <a:solidFill>
                  <a:srgbClr val="526669"/>
                </a:solidFill>
                <a:latin typeface="Plus Jakarta Sans"/>
                <a:ea typeface="Plus Jakarta Sans"/>
                <a:cs typeface="Plus Jakarta Sans"/>
              </a:defRPr>
            </a:lvl7pPr>
            <a:lvl8pPr>
              <a:defRPr sz="1125">
                <a:solidFill>
                  <a:srgbClr val="526669"/>
                </a:solidFill>
                <a:latin typeface="Plus Jakarta Sans"/>
                <a:ea typeface="Plus Jakarta Sans"/>
                <a:cs typeface="Plus Jakarta Sans"/>
              </a:defRPr>
            </a:lvl8pPr>
            <a:lvl9pPr>
              <a:defRPr sz="1125">
                <a:solidFill>
                  <a:srgbClr val="526669"/>
                </a:solidFill>
                <a:latin typeface="Plus Jakarta Sans"/>
                <a:ea typeface="Plus Jakarta Sans"/>
                <a:cs typeface="Plus Jakarta Sans"/>
              </a:defRPr>
            </a:lvl9pPr>
          </a:lstStyle>
          <a:p xmlns:a="http://schemas.openxmlformats.org/drawingml/2006/main">
            <a:pPr>
              <a:defRPr sz="1125">
                <a:solidFill>
                  <a:srgbClr val="526669"/>
                </a:solidFill>
                <a:latin typeface="Plus Jakarta Sans"/>
                <a:ea typeface="Plus Jakarta Sans"/>
                <a:cs typeface="Plus Jakarta Sans"/>
              </a:defRPr>
            </a:pPr>
            <a:r>
              <a:rPr sz="1125">
                <a:solidFill>
                  <a:srgbClr val="526669"/>
                </a:solidFill>
                <a:latin typeface="Plus Jakarta Sans"/>
                <a:ea typeface="Plus Jakarta Sans"/>
                <a:cs typeface="Plus Jakarta Sans"/>
              </a:rPr>
              <a:t>The main stage made room for context: the personal stories and hard choices behind leadership practice.</a:t>
            </a:r>
          </a:p>
        </p:txBody>
      </p:sp>
      <p:sp>
        <p:nvSpPr>
          <p:cNvPr id="4" name="divider Same Seat, Different Lengths">
            <a:extLst xmlns:a="http://schemas.openxmlformats.org/drawingml/2006/main">
              <a:ext uri="{FF2B5EF4-FFF2-40B4-BE49-F238E27FC236}">
                <a16:creationId xmlns:a16="http://schemas.microsoft.com/office/drawing/2014/main" id="{A460C8DB-075A-4153-A7A5-FC5F0C19F978}"/>
              </a:ext>
            </a:extLst>
          </p:cNvPr>
          <p:cNvSpPr>
            <a:spLocks xmlns:a="http://schemas.openxmlformats.org/drawingml/2006/main" noGrp="1"/>
          </p:cNvSpPr>
          <p:nvPr/>
        </p:nvSpPr>
        <p:spPr>
          <a:xfrm xmlns:a="http://schemas.openxmlformats.org/drawingml/2006/main">
            <a:off x="723900" y="1943100"/>
            <a:ext cx="10744200" cy="9525"/>
          </a:xfrm>
          <a:prstGeom xmlns:a="http://schemas.openxmlformats.org/drawingml/2006/main" prst="rect">
            <a:avLst/>
          </a:prstGeom>
          <a:solidFill xmlns:a="http://schemas.openxmlformats.org/drawingml/2006/main">
            <a:srgbClr val="CADAD9"/>
          </a:solidFill>
          <a:ln xmlns:a="http://schemas.openxmlformats.org/drawingml/2006/main" w="0">
            <a:noFill/>
            <a:prstDash val="solid"/>
          </a:ln>
        </p:spPr>
      </p:sp>
      <p:sp>
        <p:nvSpPr>
          <p:cNvPr id="5" name="label Leadership">
            <a:extLst xmlns:a="http://schemas.openxmlformats.org/drawingml/2006/main">
              <a:ext uri="{FF2B5EF4-FFF2-40B4-BE49-F238E27FC236}">
                <a16:creationId xmlns:a16="http://schemas.microsoft.com/office/drawing/2014/main" id="{AD985CD3-6AF4-4E71-ADB4-A0A8A21DAFEC}"/>
              </a:ext>
            </a:extLst>
          </p:cNvPr>
          <p:cNvSpPr>
            <a:spLocks xmlns:a="http://schemas.openxmlformats.org/drawingml/2006/main" noGrp="1"/>
          </p:cNvSpPr>
          <p:nvPr/>
        </p:nvSpPr>
        <p:spPr>
          <a:xfrm xmlns:a="http://schemas.openxmlformats.org/drawingml/2006/main">
            <a:off x="723900" y="20955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b="1">
                <a:solidFill>
                  <a:srgbClr val="215052"/>
                </a:solidFill>
                <a:latin typeface="Plus Jakarta Sans"/>
                <a:ea typeface="Plus Jakarta Sans"/>
                <a:cs typeface="Plus Jakarta Sans"/>
              </a:defRPr>
            </a:defPPr>
            <a:lvl1pPr>
              <a:defRPr sz="900" b="1">
                <a:solidFill>
                  <a:srgbClr val="215052"/>
                </a:solidFill>
                <a:latin typeface="Plus Jakarta Sans"/>
                <a:ea typeface="Plus Jakarta Sans"/>
                <a:cs typeface="Plus Jakarta Sans"/>
              </a:defRPr>
            </a:lvl1pPr>
            <a:lvl2pPr>
              <a:defRPr sz="900" b="1">
                <a:solidFill>
                  <a:srgbClr val="215052"/>
                </a:solidFill>
                <a:latin typeface="Plus Jakarta Sans"/>
                <a:ea typeface="Plus Jakarta Sans"/>
                <a:cs typeface="Plus Jakarta Sans"/>
              </a:defRPr>
            </a:lvl2pPr>
            <a:lvl3pPr>
              <a:defRPr sz="900" b="1">
                <a:solidFill>
                  <a:srgbClr val="215052"/>
                </a:solidFill>
                <a:latin typeface="Plus Jakarta Sans"/>
                <a:ea typeface="Plus Jakarta Sans"/>
                <a:cs typeface="Plus Jakarta Sans"/>
              </a:defRPr>
            </a:lvl3pPr>
            <a:lvl4pPr>
              <a:defRPr sz="900" b="1">
                <a:solidFill>
                  <a:srgbClr val="215052"/>
                </a:solidFill>
                <a:latin typeface="Plus Jakarta Sans"/>
                <a:ea typeface="Plus Jakarta Sans"/>
                <a:cs typeface="Plus Jakarta Sans"/>
              </a:defRPr>
            </a:lvl4pPr>
            <a:lvl5pPr>
              <a:defRPr sz="900" b="1">
                <a:solidFill>
                  <a:srgbClr val="215052"/>
                </a:solidFill>
                <a:latin typeface="Plus Jakarta Sans"/>
                <a:ea typeface="Plus Jakarta Sans"/>
                <a:cs typeface="Plus Jakarta Sans"/>
              </a:defRPr>
            </a:lvl5pPr>
            <a:lvl6pPr>
              <a:defRPr sz="900" b="1">
                <a:solidFill>
                  <a:srgbClr val="215052"/>
                </a:solidFill>
                <a:latin typeface="Plus Jakarta Sans"/>
                <a:ea typeface="Plus Jakarta Sans"/>
                <a:cs typeface="Plus Jakarta Sans"/>
              </a:defRPr>
            </a:lvl6pPr>
            <a:lvl7pPr>
              <a:defRPr sz="900" b="1">
                <a:solidFill>
                  <a:srgbClr val="215052"/>
                </a:solidFill>
                <a:latin typeface="Plus Jakarta Sans"/>
                <a:ea typeface="Plus Jakarta Sans"/>
                <a:cs typeface="Plus Jakarta Sans"/>
              </a:defRPr>
            </a:lvl7pPr>
            <a:lvl8pPr>
              <a:defRPr sz="900" b="1">
                <a:solidFill>
                  <a:srgbClr val="215052"/>
                </a:solidFill>
                <a:latin typeface="Plus Jakarta Sans"/>
                <a:ea typeface="Plus Jakarta Sans"/>
                <a:cs typeface="Plus Jakarta Sans"/>
              </a:defRPr>
            </a:lvl8pPr>
            <a:lvl9pPr>
              <a:defRPr sz="900" b="1">
                <a:solidFill>
                  <a:srgbClr val="215052"/>
                </a:solidFill>
                <a:latin typeface="Plus Jakarta Sans"/>
                <a:ea typeface="Plus Jakarta Sans"/>
                <a:cs typeface="Plus Jakarta Sans"/>
              </a:defRPr>
            </a:lvl9pPr>
          </a:lstStyle>
          <a:p xmlns:a="http://schemas.openxmlformats.org/drawingml/2006/main">
            <a:pPr>
              <a:defRPr sz="900" b="1">
                <a:solidFill>
                  <a:srgbClr val="215052"/>
                </a:solidFill>
                <a:latin typeface="Plus Jakarta Sans"/>
                <a:ea typeface="Plus Jakarta Sans"/>
                <a:cs typeface="Plus Jakarta Sans"/>
              </a:defRPr>
            </a:pPr>
            <a:r>
              <a:rPr sz="900" b="1">
                <a:solidFill>
                  <a:srgbClr val="215052"/>
                </a:solidFill>
                <a:latin typeface="Plus Jakarta Sans"/>
                <a:ea typeface="Plus Jakarta Sans"/>
                <a:cs typeface="Plus Jakarta Sans"/>
              </a:rPr>
              <a:t>LEADERSHIP</a:t>
            </a:r>
          </a:p>
        </p:txBody>
      </p:sp>
      <p:sp>
        <p:nvSpPr>
          <p:cNvPr id="6" name="insight title Same Seat, Different Lengths">
            <a:extLst xmlns:a="http://schemas.openxmlformats.org/drawingml/2006/main">
              <a:ext uri="{FF2B5EF4-FFF2-40B4-BE49-F238E27FC236}">
                <a16:creationId xmlns:a16="http://schemas.microsoft.com/office/drawing/2014/main" id="{121A261E-23E1-4920-B344-0D1D551928E6}"/>
              </a:ext>
            </a:extLst>
          </p:cNvPr>
          <p:cNvSpPr>
            <a:spLocks xmlns:a="http://schemas.openxmlformats.org/drawingml/2006/main" noGrp="1"/>
          </p:cNvSpPr>
          <p:nvPr/>
        </p:nvSpPr>
        <p:spPr>
          <a:xfrm xmlns:a="http://schemas.openxmlformats.org/drawingml/2006/main">
            <a:off x="723900" y="2352675"/>
            <a:ext cx="10363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425" b="1">
                <a:solidFill>
                  <a:srgbClr val="215052"/>
                </a:solidFill>
                <a:latin typeface="Plus Jakarta Sans"/>
                <a:ea typeface="Plus Jakarta Sans"/>
                <a:cs typeface="Plus Jakarta Sans"/>
              </a:defRPr>
            </a:defPPr>
            <a:lvl1pPr>
              <a:defRPr sz="1425" b="1">
                <a:solidFill>
                  <a:srgbClr val="215052"/>
                </a:solidFill>
                <a:latin typeface="Plus Jakarta Sans"/>
                <a:ea typeface="Plus Jakarta Sans"/>
                <a:cs typeface="Plus Jakarta Sans"/>
              </a:defRPr>
            </a:lvl1pPr>
            <a:lvl2pPr>
              <a:defRPr sz="1425" b="1">
                <a:solidFill>
                  <a:srgbClr val="215052"/>
                </a:solidFill>
                <a:latin typeface="Plus Jakarta Sans"/>
                <a:ea typeface="Plus Jakarta Sans"/>
                <a:cs typeface="Plus Jakarta Sans"/>
              </a:defRPr>
            </a:lvl2pPr>
            <a:lvl3pPr>
              <a:defRPr sz="1425" b="1">
                <a:solidFill>
                  <a:srgbClr val="215052"/>
                </a:solidFill>
                <a:latin typeface="Plus Jakarta Sans"/>
                <a:ea typeface="Plus Jakarta Sans"/>
                <a:cs typeface="Plus Jakarta Sans"/>
              </a:defRPr>
            </a:lvl3pPr>
            <a:lvl4pPr>
              <a:defRPr sz="1425" b="1">
                <a:solidFill>
                  <a:srgbClr val="215052"/>
                </a:solidFill>
                <a:latin typeface="Plus Jakarta Sans"/>
                <a:ea typeface="Plus Jakarta Sans"/>
                <a:cs typeface="Plus Jakarta Sans"/>
              </a:defRPr>
            </a:lvl4pPr>
            <a:lvl5pPr>
              <a:defRPr sz="1425" b="1">
                <a:solidFill>
                  <a:srgbClr val="215052"/>
                </a:solidFill>
                <a:latin typeface="Plus Jakarta Sans"/>
                <a:ea typeface="Plus Jakarta Sans"/>
                <a:cs typeface="Plus Jakarta Sans"/>
              </a:defRPr>
            </a:lvl5pPr>
            <a:lvl6pPr>
              <a:defRPr sz="1425" b="1">
                <a:solidFill>
                  <a:srgbClr val="215052"/>
                </a:solidFill>
                <a:latin typeface="Plus Jakarta Sans"/>
                <a:ea typeface="Plus Jakarta Sans"/>
                <a:cs typeface="Plus Jakarta Sans"/>
              </a:defRPr>
            </a:lvl6pPr>
            <a:lvl7pPr>
              <a:defRPr sz="1425" b="1">
                <a:solidFill>
                  <a:srgbClr val="215052"/>
                </a:solidFill>
                <a:latin typeface="Plus Jakarta Sans"/>
                <a:ea typeface="Plus Jakarta Sans"/>
                <a:cs typeface="Plus Jakarta Sans"/>
              </a:defRPr>
            </a:lvl7pPr>
            <a:lvl8pPr>
              <a:defRPr sz="1425" b="1">
                <a:solidFill>
                  <a:srgbClr val="215052"/>
                </a:solidFill>
                <a:latin typeface="Plus Jakarta Sans"/>
                <a:ea typeface="Plus Jakarta Sans"/>
                <a:cs typeface="Plus Jakarta Sans"/>
              </a:defRPr>
            </a:lvl8pPr>
            <a:lvl9pPr>
              <a:defRPr sz="1425" b="1">
                <a:solidFill>
                  <a:srgbClr val="215052"/>
                </a:solidFill>
                <a:latin typeface="Plus Jakarta Sans"/>
                <a:ea typeface="Plus Jakarta Sans"/>
                <a:cs typeface="Plus Jakarta Sans"/>
              </a:defRPr>
            </a:lvl9pPr>
          </a:lstStyle>
          <a:p xmlns:a="http://schemas.openxmlformats.org/drawingml/2006/main">
            <a:pPr>
              <a:defRPr sz="1425" b="1">
                <a:solidFill>
                  <a:srgbClr val="215052"/>
                </a:solidFill>
                <a:latin typeface="Plus Jakarta Sans"/>
                <a:ea typeface="Plus Jakarta Sans"/>
                <a:cs typeface="Plus Jakarta Sans"/>
              </a:defRPr>
            </a:pPr>
            <a:r>
              <a:rPr sz="1425" b="1">
                <a:solidFill>
                  <a:srgbClr val="215052"/>
                </a:solidFill>
                <a:latin typeface="Plus Jakarta Sans"/>
                <a:ea typeface="Plus Jakarta Sans"/>
                <a:cs typeface="Plus Jakarta Sans"/>
              </a:rPr>
              <a:t>Same Seat, Different Lengths</a:t>
            </a:r>
          </a:p>
        </p:txBody>
      </p:sp>
      <p:sp>
        <p:nvSpPr>
          <p:cNvPr id="7" name="insight body Same Seat, Different Lengths">
            <a:extLst xmlns:a="http://schemas.openxmlformats.org/drawingml/2006/main">
              <a:ext uri="{FF2B5EF4-FFF2-40B4-BE49-F238E27FC236}">
                <a16:creationId xmlns:a16="http://schemas.microsoft.com/office/drawing/2014/main" id="{B13270D7-2AFE-483C-8EDC-E0E74F4465EA}"/>
              </a:ext>
            </a:extLst>
          </p:cNvPr>
          <p:cNvSpPr>
            <a:spLocks xmlns:a="http://schemas.openxmlformats.org/drawingml/2006/main" noGrp="1"/>
          </p:cNvSpPr>
          <p:nvPr/>
        </p:nvSpPr>
        <p:spPr>
          <a:xfrm xmlns:a="http://schemas.openxmlformats.org/drawingml/2006/main">
            <a:off x="723900" y="2647950"/>
            <a:ext cx="10363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75">
                <a:solidFill>
                  <a:srgbClr val="526669"/>
                </a:solidFill>
                <a:latin typeface="Plus Jakarta Sans"/>
                <a:ea typeface="Plus Jakarta Sans"/>
                <a:cs typeface="Plus Jakarta Sans"/>
              </a:defRPr>
            </a:defPPr>
            <a:lvl1pPr>
              <a:defRPr sz="975">
                <a:solidFill>
                  <a:srgbClr val="526669"/>
                </a:solidFill>
                <a:latin typeface="Plus Jakarta Sans"/>
                <a:ea typeface="Plus Jakarta Sans"/>
                <a:cs typeface="Plus Jakarta Sans"/>
              </a:defRPr>
            </a:lvl1pPr>
            <a:lvl2pPr>
              <a:defRPr sz="975">
                <a:solidFill>
                  <a:srgbClr val="526669"/>
                </a:solidFill>
                <a:latin typeface="Plus Jakarta Sans"/>
                <a:ea typeface="Plus Jakarta Sans"/>
                <a:cs typeface="Plus Jakarta Sans"/>
              </a:defRPr>
            </a:lvl2pPr>
            <a:lvl3pPr>
              <a:defRPr sz="975">
                <a:solidFill>
                  <a:srgbClr val="526669"/>
                </a:solidFill>
                <a:latin typeface="Plus Jakarta Sans"/>
                <a:ea typeface="Plus Jakarta Sans"/>
                <a:cs typeface="Plus Jakarta Sans"/>
              </a:defRPr>
            </a:lvl3pPr>
            <a:lvl4pPr>
              <a:defRPr sz="975">
                <a:solidFill>
                  <a:srgbClr val="526669"/>
                </a:solidFill>
                <a:latin typeface="Plus Jakarta Sans"/>
                <a:ea typeface="Plus Jakarta Sans"/>
                <a:cs typeface="Plus Jakarta Sans"/>
              </a:defRPr>
            </a:lvl4pPr>
            <a:lvl5pPr>
              <a:defRPr sz="975">
                <a:solidFill>
                  <a:srgbClr val="526669"/>
                </a:solidFill>
                <a:latin typeface="Plus Jakarta Sans"/>
                <a:ea typeface="Plus Jakarta Sans"/>
                <a:cs typeface="Plus Jakarta Sans"/>
              </a:defRPr>
            </a:lvl5pPr>
            <a:lvl6pPr>
              <a:defRPr sz="975">
                <a:solidFill>
                  <a:srgbClr val="526669"/>
                </a:solidFill>
                <a:latin typeface="Plus Jakarta Sans"/>
                <a:ea typeface="Plus Jakarta Sans"/>
                <a:cs typeface="Plus Jakarta Sans"/>
              </a:defRPr>
            </a:lvl6pPr>
            <a:lvl7pPr>
              <a:defRPr sz="975">
                <a:solidFill>
                  <a:srgbClr val="526669"/>
                </a:solidFill>
                <a:latin typeface="Plus Jakarta Sans"/>
                <a:ea typeface="Plus Jakarta Sans"/>
                <a:cs typeface="Plus Jakarta Sans"/>
              </a:defRPr>
            </a:lvl7pPr>
            <a:lvl8pPr>
              <a:defRPr sz="975">
                <a:solidFill>
                  <a:srgbClr val="526669"/>
                </a:solidFill>
                <a:latin typeface="Plus Jakarta Sans"/>
                <a:ea typeface="Plus Jakarta Sans"/>
                <a:cs typeface="Plus Jakarta Sans"/>
              </a:defRPr>
            </a:lvl8pPr>
            <a:lvl9pPr>
              <a:defRPr sz="975">
                <a:solidFill>
                  <a:srgbClr val="526669"/>
                </a:solidFill>
                <a:latin typeface="Plus Jakarta Sans"/>
                <a:ea typeface="Plus Jakarta Sans"/>
                <a:cs typeface="Plus Jakarta Sans"/>
              </a:defRPr>
            </a:lvl9pPr>
          </a:lstStyle>
          <a:p xmlns:a="http://schemas.openxmlformats.org/drawingml/2006/main">
            <a:pPr>
              <a:defRPr sz="975">
                <a:solidFill>
                  <a:srgbClr val="526669"/>
                </a:solidFill>
                <a:latin typeface="Plus Jakarta Sans"/>
                <a:ea typeface="Plus Jakarta Sans"/>
                <a:cs typeface="Plus Jakarta Sans"/>
              </a:defRPr>
            </a:pPr>
            <a:r>
              <a:rPr sz="975">
                <a:solidFill>
                  <a:srgbClr val="526669"/>
                </a:solidFill>
                <a:latin typeface="Plus Jakarta Sans"/>
                <a:ea typeface="Plus Jakarta Sans"/>
                <a:cs typeface="Plus Jakarta Sans"/>
              </a:rPr>
              <a:t>Five CEOs reflected on hiring, capital, culture and AI, showing that good judgment depends on the stage of the business as much as a leader’s conviction.</a:t>
            </a:r>
          </a:p>
        </p:txBody>
      </p:sp>
      <p:sp>
        <p:nvSpPr>
          <p:cNvPr id="8" name="divider The Untold Chapters">
            <a:extLst xmlns:a="http://schemas.openxmlformats.org/drawingml/2006/main">
              <a:ext uri="{FF2B5EF4-FFF2-40B4-BE49-F238E27FC236}">
                <a16:creationId xmlns:a16="http://schemas.microsoft.com/office/drawing/2014/main" id="{D1B84F19-5CF3-43AA-885E-DEA29F50B692}"/>
              </a:ext>
            </a:extLst>
          </p:cNvPr>
          <p:cNvSpPr>
            <a:spLocks xmlns:a="http://schemas.openxmlformats.org/drawingml/2006/main" noGrp="1"/>
          </p:cNvSpPr>
          <p:nvPr/>
        </p:nvSpPr>
        <p:spPr>
          <a:xfrm xmlns:a="http://schemas.openxmlformats.org/drawingml/2006/main">
            <a:off x="723900" y="3238500"/>
            <a:ext cx="10744200" cy="9525"/>
          </a:xfrm>
          <a:prstGeom xmlns:a="http://schemas.openxmlformats.org/drawingml/2006/main" prst="rect">
            <a:avLst/>
          </a:prstGeom>
          <a:solidFill xmlns:a="http://schemas.openxmlformats.org/drawingml/2006/main">
            <a:srgbClr val="CADAD9"/>
          </a:solidFill>
          <a:ln xmlns:a="http://schemas.openxmlformats.org/drawingml/2006/main" w="0">
            <a:noFill/>
            <a:prstDash val="solid"/>
          </a:ln>
        </p:spPr>
      </p:sp>
      <p:sp>
        <p:nvSpPr>
          <p:cNvPr id="9" name="label Leadership">
            <a:extLst xmlns:a="http://schemas.openxmlformats.org/drawingml/2006/main">
              <a:ext uri="{FF2B5EF4-FFF2-40B4-BE49-F238E27FC236}">
                <a16:creationId xmlns:a16="http://schemas.microsoft.com/office/drawing/2014/main" id="{30F6C769-C092-4001-85CE-20A47C423A15}"/>
              </a:ext>
            </a:extLst>
          </p:cNvPr>
          <p:cNvSpPr>
            <a:spLocks xmlns:a="http://schemas.openxmlformats.org/drawingml/2006/main" noGrp="1"/>
          </p:cNvSpPr>
          <p:nvPr/>
        </p:nvSpPr>
        <p:spPr>
          <a:xfrm xmlns:a="http://schemas.openxmlformats.org/drawingml/2006/main">
            <a:off x="723900" y="33909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b="1">
                <a:solidFill>
                  <a:srgbClr val="215052"/>
                </a:solidFill>
                <a:latin typeface="Plus Jakarta Sans"/>
                <a:ea typeface="Plus Jakarta Sans"/>
                <a:cs typeface="Plus Jakarta Sans"/>
              </a:defRPr>
            </a:defPPr>
            <a:lvl1pPr>
              <a:defRPr sz="900" b="1">
                <a:solidFill>
                  <a:srgbClr val="215052"/>
                </a:solidFill>
                <a:latin typeface="Plus Jakarta Sans"/>
                <a:ea typeface="Plus Jakarta Sans"/>
                <a:cs typeface="Plus Jakarta Sans"/>
              </a:defRPr>
            </a:lvl1pPr>
            <a:lvl2pPr>
              <a:defRPr sz="900" b="1">
                <a:solidFill>
                  <a:srgbClr val="215052"/>
                </a:solidFill>
                <a:latin typeface="Plus Jakarta Sans"/>
                <a:ea typeface="Plus Jakarta Sans"/>
                <a:cs typeface="Plus Jakarta Sans"/>
              </a:defRPr>
            </a:lvl2pPr>
            <a:lvl3pPr>
              <a:defRPr sz="900" b="1">
                <a:solidFill>
                  <a:srgbClr val="215052"/>
                </a:solidFill>
                <a:latin typeface="Plus Jakarta Sans"/>
                <a:ea typeface="Plus Jakarta Sans"/>
                <a:cs typeface="Plus Jakarta Sans"/>
              </a:defRPr>
            </a:lvl3pPr>
            <a:lvl4pPr>
              <a:defRPr sz="900" b="1">
                <a:solidFill>
                  <a:srgbClr val="215052"/>
                </a:solidFill>
                <a:latin typeface="Plus Jakarta Sans"/>
                <a:ea typeface="Plus Jakarta Sans"/>
                <a:cs typeface="Plus Jakarta Sans"/>
              </a:defRPr>
            </a:lvl4pPr>
            <a:lvl5pPr>
              <a:defRPr sz="900" b="1">
                <a:solidFill>
                  <a:srgbClr val="215052"/>
                </a:solidFill>
                <a:latin typeface="Plus Jakarta Sans"/>
                <a:ea typeface="Plus Jakarta Sans"/>
                <a:cs typeface="Plus Jakarta Sans"/>
              </a:defRPr>
            </a:lvl5pPr>
            <a:lvl6pPr>
              <a:defRPr sz="900" b="1">
                <a:solidFill>
                  <a:srgbClr val="215052"/>
                </a:solidFill>
                <a:latin typeface="Plus Jakarta Sans"/>
                <a:ea typeface="Plus Jakarta Sans"/>
                <a:cs typeface="Plus Jakarta Sans"/>
              </a:defRPr>
            </a:lvl6pPr>
            <a:lvl7pPr>
              <a:defRPr sz="900" b="1">
                <a:solidFill>
                  <a:srgbClr val="215052"/>
                </a:solidFill>
                <a:latin typeface="Plus Jakarta Sans"/>
                <a:ea typeface="Plus Jakarta Sans"/>
                <a:cs typeface="Plus Jakarta Sans"/>
              </a:defRPr>
            </a:lvl7pPr>
            <a:lvl8pPr>
              <a:defRPr sz="900" b="1">
                <a:solidFill>
                  <a:srgbClr val="215052"/>
                </a:solidFill>
                <a:latin typeface="Plus Jakarta Sans"/>
                <a:ea typeface="Plus Jakarta Sans"/>
                <a:cs typeface="Plus Jakarta Sans"/>
              </a:defRPr>
            </a:lvl8pPr>
            <a:lvl9pPr>
              <a:defRPr sz="900" b="1">
                <a:solidFill>
                  <a:srgbClr val="215052"/>
                </a:solidFill>
                <a:latin typeface="Plus Jakarta Sans"/>
                <a:ea typeface="Plus Jakarta Sans"/>
                <a:cs typeface="Plus Jakarta Sans"/>
              </a:defRPr>
            </a:lvl9pPr>
          </a:lstStyle>
          <a:p xmlns:a="http://schemas.openxmlformats.org/drawingml/2006/main">
            <a:pPr>
              <a:defRPr sz="900" b="1">
                <a:solidFill>
                  <a:srgbClr val="215052"/>
                </a:solidFill>
                <a:latin typeface="Plus Jakarta Sans"/>
                <a:ea typeface="Plus Jakarta Sans"/>
                <a:cs typeface="Plus Jakarta Sans"/>
              </a:defRPr>
            </a:pPr>
            <a:r>
              <a:rPr sz="900" b="1">
                <a:solidFill>
                  <a:srgbClr val="215052"/>
                </a:solidFill>
                <a:latin typeface="Plus Jakarta Sans"/>
                <a:ea typeface="Plus Jakarta Sans"/>
                <a:cs typeface="Plus Jakarta Sans"/>
              </a:rPr>
              <a:t>LEADERSHIP</a:t>
            </a:r>
          </a:p>
        </p:txBody>
      </p:sp>
      <p:sp>
        <p:nvSpPr>
          <p:cNvPr id="10" name="insight title The Untold Chapters">
            <a:extLst xmlns:a="http://schemas.openxmlformats.org/drawingml/2006/main">
              <a:ext uri="{FF2B5EF4-FFF2-40B4-BE49-F238E27FC236}">
                <a16:creationId xmlns:a16="http://schemas.microsoft.com/office/drawing/2014/main" id="{D3C57C34-E060-4610-8C3B-005EE3529E97}"/>
              </a:ext>
            </a:extLst>
          </p:cNvPr>
          <p:cNvSpPr>
            <a:spLocks xmlns:a="http://schemas.openxmlformats.org/drawingml/2006/main" noGrp="1"/>
          </p:cNvSpPr>
          <p:nvPr/>
        </p:nvSpPr>
        <p:spPr>
          <a:xfrm xmlns:a="http://schemas.openxmlformats.org/drawingml/2006/main">
            <a:off x="723900" y="3648075"/>
            <a:ext cx="10363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425" b="1">
                <a:solidFill>
                  <a:srgbClr val="215052"/>
                </a:solidFill>
                <a:latin typeface="Plus Jakarta Sans"/>
                <a:ea typeface="Plus Jakarta Sans"/>
                <a:cs typeface="Plus Jakarta Sans"/>
              </a:defRPr>
            </a:defPPr>
            <a:lvl1pPr>
              <a:defRPr sz="1425" b="1">
                <a:solidFill>
                  <a:srgbClr val="215052"/>
                </a:solidFill>
                <a:latin typeface="Plus Jakarta Sans"/>
                <a:ea typeface="Plus Jakarta Sans"/>
                <a:cs typeface="Plus Jakarta Sans"/>
              </a:defRPr>
            </a:lvl1pPr>
            <a:lvl2pPr>
              <a:defRPr sz="1425" b="1">
                <a:solidFill>
                  <a:srgbClr val="215052"/>
                </a:solidFill>
                <a:latin typeface="Plus Jakarta Sans"/>
                <a:ea typeface="Plus Jakarta Sans"/>
                <a:cs typeface="Plus Jakarta Sans"/>
              </a:defRPr>
            </a:lvl2pPr>
            <a:lvl3pPr>
              <a:defRPr sz="1425" b="1">
                <a:solidFill>
                  <a:srgbClr val="215052"/>
                </a:solidFill>
                <a:latin typeface="Plus Jakarta Sans"/>
                <a:ea typeface="Plus Jakarta Sans"/>
                <a:cs typeface="Plus Jakarta Sans"/>
              </a:defRPr>
            </a:lvl3pPr>
            <a:lvl4pPr>
              <a:defRPr sz="1425" b="1">
                <a:solidFill>
                  <a:srgbClr val="215052"/>
                </a:solidFill>
                <a:latin typeface="Plus Jakarta Sans"/>
                <a:ea typeface="Plus Jakarta Sans"/>
                <a:cs typeface="Plus Jakarta Sans"/>
              </a:defRPr>
            </a:lvl4pPr>
            <a:lvl5pPr>
              <a:defRPr sz="1425" b="1">
                <a:solidFill>
                  <a:srgbClr val="215052"/>
                </a:solidFill>
                <a:latin typeface="Plus Jakarta Sans"/>
                <a:ea typeface="Plus Jakarta Sans"/>
                <a:cs typeface="Plus Jakarta Sans"/>
              </a:defRPr>
            </a:lvl5pPr>
            <a:lvl6pPr>
              <a:defRPr sz="1425" b="1">
                <a:solidFill>
                  <a:srgbClr val="215052"/>
                </a:solidFill>
                <a:latin typeface="Plus Jakarta Sans"/>
                <a:ea typeface="Plus Jakarta Sans"/>
                <a:cs typeface="Plus Jakarta Sans"/>
              </a:defRPr>
            </a:lvl6pPr>
            <a:lvl7pPr>
              <a:defRPr sz="1425" b="1">
                <a:solidFill>
                  <a:srgbClr val="215052"/>
                </a:solidFill>
                <a:latin typeface="Plus Jakarta Sans"/>
                <a:ea typeface="Plus Jakarta Sans"/>
                <a:cs typeface="Plus Jakarta Sans"/>
              </a:defRPr>
            </a:lvl7pPr>
            <a:lvl8pPr>
              <a:defRPr sz="1425" b="1">
                <a:solidFill>
                  <a:srgbClr val="215052"/>
                </a:solidFill>
                <a:latin typeface="Plus Jakarta Sans"/>
                <a:ea typeface="Plus Jakarta Sans"/>
                <a:cs typeface="Plus Jakarta Sans"/>
              </a:defRPr>
            </a:lvl8pPr>
            <a:lvl9pPr>
              <a:defRPr sz="1425" b="1">
                <a:solidFill>
                  <a:srgbClr val="215052"/>
                </a:solidFill>
                <a:latin typeface="Plus Jakarta Sans"/>
                <a:ea typeface="Plus Jakarta Sans"/>
                <a:cs typeface="Plus Jakarta Sans"/>
              </a:defRPr>
            </a:lvl9pPr>
          </a:lstStyle>
          <a:p xmlns:a="http://schemas.openxmlformats.org/drawingml/2006/main">
            <a:pPr>
              <a:defRPr sz="1425" b="1">
                <a:solidFill>
                  <a:srgbClr val="215052"/>
                </a:solidFill>
                <a:latin typeface="Plus Jakarta Sans"/>
                <a:ea typeface="Plus Jakarta Sans"/>
                <a:cs typeface="Plus Jakarta Sans"/>
              </a:defRPr>
            </a:pPr>
            <a:r>
              <a:rPr sz="1425" b="1">
                <a:solidFill>
                  <a:srgbClr val="215052"/>
                </a:solidFill>
                <a:latin typeface="Plus Jakarta Sans"/>
                <a:ea typeface="Plus Jakarta Sans"/>
                <a:cs typeface="Plus Jakarta Sans"/>
              </a:rPr>
              <a:t>The Untold Chapters</a:t>
            </a:r>
          </a:p>
        </p:txBody>
      </p:sp>
      <p:sp>
        <p:nvSpPr>
          <p:cNvPr id="11" name="insight body The Untold Chapters">
            <a:extLst xmlns:a="http://schemas.openxmlformats.org/drawingml/2006/main">
              <a:ext uri="{FF2B5EF4-FFF2-40B4-BE49-F238E27FC236}">
                <a16:creationId xmlns:a16="http://schemas.microsoft.com/office/drawing/2014/main" id="{918D5B09-38BB-4C0C-830A-740F048770FD}"/>
              </a:ext>
            </a:extLst>
          </p:cNvPr>
          <p:cNvSpPr>
            <a:spLocks xmlns:a="http://schemas.openxmlformats.org/drawingml/2006/main" noGrp="1"/>
          </p:cNvSpPr>
          <p:nvPr/>
        </p:nvSpPr>
        <p:spPr>
          <a:xfrm xmlns:a="http://schemas.openxmlformats.org/drawingml/2006/main">
            <a:off x="723900" y="3943350"/>
            <a:ext cx="10363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75">
                <a:solidFill>
                  <a:srgbClr val="526669"/>
                </a:solidFill>
                <a:latin typeface="Plus Jakarta Sans"/>
                <a:ea typeface="Plus Jakarta Sans"/>
                <a:cs typeface="Plus Jakarta Sans"/>
              </a:defRPr>
            </a:defPPr>
            <a:lvl1pPr>
              <a:defRPr sz="975">
                <a:solidFill>
                  <a:srgbClr val="526669"/>
                </a:solidFill>
                <a:latin typeface="Plus Jakarta Sans"/>
                <a:ea typeface="Plus Jakarta Sans"/>
                <a:cs typeface="Plus Jakarta Sans"/>
              </a:defRPr>
            </a:lvl1pPr>
            <a:lvl2pPr>
              <a:defRPr sz="975">
                <a:solidFill>
                  <a:srgbClr val="526669"/>
                </a:solidFill>
                <a:latin typeface="Plus Jakarta Sans"/>
                <a:ea typeface="Plus Jakarta Sans"/>
                <a:cs typeface="Plus Jakarta Sans"/>
              </a:defRPr>
            </a:lvl2pPr>
            <a:lvl3pPr>
              <a:defRPr sz="975">
                <a:solidFill>
                  <a:srgbClr val="526669"/>
                </a:solidFill>
                <a:latin typeface="Plus Jakarta Sans"/>
                <a:ea typeface="Plus Jakarta Sans"/>
                <a:cs typeface="Plus Jakarta Sans"/>
              </a:defRPr>
            </a:lvl3pPr>
            <a:lvl4pPr>
              <a:defRPr sz="975">
                <a:solidFill>
                  <a:srgbClr val="526669"/>
                </a:solidFill>
                <a:latin typeface="Plus Jakarta Sans"/>
                <a:ea typeface="Plus Jakarta Sans"/>
                <a:cs typeface="Plus Jakarta Sans"/>
              </a:defRPr>
            </a:lvl4pPr>
            <a:lvl5pPr>
              <a:defRPr sz="975">
                <a:solidFill>
                  <a:srgbClr val="526669"/>
                </a:solidFill>
                <a:latin typeface="Plus Jakarta Sans"/>
                <a:ea typeface="Plus Jakarta Sans"/>
                <a:cs typeface="Plus Jakarta Sans"/>
              </a:defRPr>
            </a:lvl5pPr>
            <a:lvl6pPr>
              <a:defRPr sz="975">
                <a:solidFill>
                  <a:srgbClr val="526669"/>
                </a:solidFill>
                <a:latin typeface="Plus Jakarta Sans"/>
                <a:ea typeface="Plus Jakarta Sans"/>
                <a:cs typeface="Plus Jakarta Sans"/>
              </a:defRPr>
            </a:lvl6pPr>
            <a:lvl7pPr>
              <a:defRPr sz="975">
                <a:solidFill>
                  <a:srgbClr val="526669"/>
                </a:solidFill>
                <a:latin typeface="Plus Jakarta Sans"/>
                <a:ea typeface="Plus Jakarta Sans"/>
                <a:cs typeface="Plus Jakarta Sans"/>
              </a:defRPr>
            </a:lvl7pPr>
            <a:lvl8pPr>
              <a:defRPr sz="975">
                <a:solidFill>
                  <a:srgbClr val="526669"/>
                </a:solidFill>
                <a:latin typeface="Plus Jakarta Sans"/>
                <a:ea typeface="Plus Jakarta Sans"/>
                <a:cs typeface="Plus Jakarta Sans"/>
              </a:defRPr>
            </a:lvl8pPr>
            <a:lvl9pPr>
              <a:defRPr sz="975">
                <a:solidFill>
                  <a:srgbClr val="526669"/>
                </a:solidFill>
                <a:latin typeface="Plus Jakarta Sans"/>
                <a:ea typeface="Plus Jakarta Sans"/>
                <a:cs typeface="Plus Jakarta Sans"/>
              </a:defRPr>
            </a:lvl9pPr>
          </a:lstStyle>
          <a:p xmlns:a="http://schemas.openxmlformats.org/drawingml/2006/main">
            <a:pPr>
              <a:defRPr sz="975">
                <a:solidFill>
                  <a:srgbClr val="526669"/>
                </a:solidFill>
                <a:latin typeface="Plus Jakarta Sans"/>
                <a:ea typeface="Plus Jakarta Sans"/>
                <a:cs typeface="Plus Jakarta Sans"/>
              </a:defRPr>
            </a:pPr>
            <a:r>
              <a:rPr sz="975">
                <a:solidFill>
                  <a:srgbClr val="526669"/>
                </a:solidFill>
                <a:latin typeface="Plus Jakarta Sans"/>
                <a:ea typeface="Plus Jakarta Sans"/>
                <a:cs typeface="Plus Jakarta Sans"/>
              </a:rPr>
              <a:t>Pivotal choices, mentors and difficult people decisions reminded the room that a meaningful career is rarely a straight line.</a:t>
            </a:r>
          </a:p>
        </p:txBody>
      </p:sp>
      <p:sp>
        <p:nvSpPr>
          <p:cNvPr id="12" name="divider The C-Brows Journey">
            <a:extLst xmlns:a="http://schemas.openxmlformats.org/drawingml/2006/main">
              <a:ext uri="{FF2B5EF4-FFF2-40B4-BE49-F238E27FC236}">
                <a16:creationId xmlns:a16="http://schemas.microsoft.com/office/drawing/2014/main" id="{748C4C39-5A82-4078-878D-058C50691EDC}"/>
              </a:ext>
            </a:extLst>
          </p:cNvPr>
          <p:cNvSpPr>
            <a:spLocks xmlns:a="http://schemas.openxmlformats.org/drawingml/2006/main" noGrp="1"/>
          </p:cNvSpPr>
          <p:nvPr/>
        </p:nvSpPr>
        <p:spPr>
          <a:xfrm xmlns:a="http://schemas.openxmlformats.org/drawingml/2006/main">
            <a:off x="723900" y="4533900"/>
            <a:ext cx="10744200" cy="9525"/>
          </a:xfrm>
          <a:prstGeom xmlns:a="http://schemas.openxmlformats.org/drawingml/2006/main" prst="rect">
            <a:avLst/>
          </a:prstGeom>
          <a:solidFill xmlns:a="http://schemas.openxmlformats.org/drawingml/2006/main">
            <a:srgbClr val="CADAD9"/>
          </a:solidFill>
          <a:ln xmlns:a="http://schemas.openxmlformats.org/drawingml/2006/main" w="0">
            <a:noFill/>
            <a:prstDash val="solid"/>
          </a:ln>
        </p:spPr>
      </p:sp>
      <p:sp>
        <p:nvSpPr>
          <p:cNvPr id="13" name="label Leadership">
            <a:extLst xmlns:a="http://schemas.openxmlformats.org/drawingml/2006/main">
              <a:ext uri="{FF2B5EF4-FFF2-40B4-BE49-F238E27FC236}">
                <a16:creationId xmlns:a16="http://schemas.microsoft.com/office/drawing/2014/main" id="{51EC60D8-5DBF-4F8A-AEB9-BABBB7B0DAC9}"/>
              </a:ext>
            </a:extLst>
          </p:cNvPr>
          <p:cNvSpPr>
            <a:spLocks xmlns:a="http://schemas.openxmlformats.org/drawingml/2006/main" noGrp="1"/>
          </p:cNvSpPr>
          <p:nvPr/>
        </p:nvSpPr>
        <p:spPr>
          <a:xfrm xmlns:a="http://schemas.openxmlformats.org/drawingml/2006/main">
            <a:off x="723900" y="46863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b="1">
                <a:solidFill>
                  <a:srgbClr val="215052"/>
                </a:solidFill>
                <a:latin typeface="Plus Jakarta Sans"/>
                <a:ea typeface="Plus Jakarta Sans"/>
                <a:cs typeface="Plus Jakarta Sans"/>
              </a:defRPr>
            </a:defPPr>
            <a:lvl1pPr>
              <a:defRPr sz="900" b="1">
                <a:solidFill>
                  <a:srgbClr val="215052"/>
                </a:solidFill>
                <a:latin typeface="Plus Jakarta Sans"/>
                <a:ea typeface="Plus Jakarta Sans"/>
                <a:cs typeface="Plus Jakarta Sans"/>
              </a:defRPr>
            </a:lvl1pPr>
            <a:lvl2pPr>
              <a:defRPr sz="900" b="1">
                <a:solidFill>
                  <a:srgbClr val="215052"/>
                </a:solidFill>
                <a:latin typeface="Plus Jakarta Sans"/>
                <a:ea typeface="Plus Jakarta Sans"/>
                <a:cs typeface="Plus Jakarta Sans"/>
              </a:defRPr>
            </a:lvl2pPr>
            <a:lvl3pPr>
              <a:defRPr sz="900" b="1">
                <a:solidFill>
                  <a:srgbClr val="215052"/>
                </a:solidFill>
                <a:latin typeface="Plus Jakarta Sans"/>
                <a:ea typeface="Plus Jakarta Sans"/>
                <a:cs typeface="Plus Jakarta Sans"/>
              </a:defRPr>
            </a:lvl3pPr>
            <a:lvl4pPr>
              <a:defRPr sz="900" b="1">
                <a:solidFill>
                  <a:srgbClr val="215052"/>
                </a:solidFill>
                <a:latin typeface="Plus Jakarta Sans"/>
                <a:ea typeface="Plus Jakarta Sans"/>
                <a:cs typeface="Plus Jakarta Sans"/>
              </a:defRPr>
            </a:lvl4pPr>
            <a:lvl5pPr>
              <a:defRPr sz="900" b="1">
                <a:solidFill>
                  <a:srgbClr val="215052"/>
                </a:solidFill>
                <a:latin typeface="Plus Jakarta Sans"/>
                <a:ea typeface="Plus Jakarta Sans"/>
                <a:cs typeface="Plus Jakarta Sans"/>
              </a:defRPr>
            </a:lvl5pPr>
            <a:lvl6pPr>
              <a:defRPr sz="900" b="1">
                <a:solidFill>
                  <a:srgbClr val="215052"/>
                </a:solidFill>
                <a:latin typeface="Plus Jakarta Sans"/>
                <a:ea typeface="Plus Jakarta Sans"/>
                <a:cs typeface="Plus Jakarta Sans"/>
              </a:defRPr>
            </a:lvl6pPr>
            <a:lvl7pPr>
              <a:defRPr sz="900" b="1">
                <a:solidFill>
                  <a:srgbClr val="215052"/>
                </a:solidFill>
                <a:latin typeface="Plus Jakarta Sans"/>
                <a:ea typeface="Plus Jakarta Sans"/>
                <a:cs typeface="Plus Jakarta Sans"/>
              </a:defRPr>
            </a:lvl7pPr>
            <a:lvl8pPr>
              <a:defRPr sz="900" b="1">
                <a:solidFill>
                  <a:srgbClr val="215052"/>
                </a:solidFill>
                <a:latin typeface="Plus Jakarta Sans"/>
                <a:ea typeface="Plus Jakarta Sans"/>
                <a:cs typeface="Plus Jakarta Sans"/>
              </a:defRPr>
            </a:lvl8pPr>
            <a:lvl9pPr>
              <a:defRPr sz="900" b="1">
                <a:solidFill>
                  <a:srgbClr val="215052"/>
                </a:solidFill>
                <a:latin typeface="Plus Jakarta Sans"/>
                <a:ea typeface="Plus Jakarta Sans"/>
                <a:cs typeface="Plus Jakarta Sans"/>
              </a:defRPr>
            </a:lvl9pPr>
          </a:lstStyle>
          <a:p xmlns:a="http://schemas.openxmlformats.org/drawingml/2006/main">
            <a:pPr>
              <a:defRPr sz="900" b="1">
                <a:solidFill>
                  <a:srgbClr val="215052"/>
                </a:solidFill>
                <a:latin typeface="Plus Jakarta Sans"/>
                <a:ea typeface="Plus Jakarta Sans"/>
                <a:cs typeface="Plus Jakarta Sans"/>
              </a:defRPr>
            </a:pPr>
            <a:r>
              <a:rPr sz="900" b="1">
                <a:solidFill>
                  <a:srgbClr val="215052"/>
                </a:solidFill>
                <a:latin typeface="Plus Jakarta Sans"/>
                <a:ea typeface="Plus Jakarta Sans"/>
                <a:cs typeface="Plus Jakarta Sans"/>
              </a:rPr>
              <a:t>LEADERSHIP</a:t>
            </a:r>
          </a:p>
        </p:txBody>
      </p:sp>
      <p:sp>
        <p:nvSpPr>
          <p:cNvPr id="14" name="insight title The C-Brows Journey">
            <a:extLst xmlns:a="http://schemas.openxmlformats.org/drawingml/2006/main">
              <a:ext uri="{FF2B5EF4-FFF2-40B4-BE49-F238E27FC236}">
                <a16:creationId xmlns:a16="http://schemas.microsoft.com/office/drawing/2014/main" id="{B485B4DD-FBD5-4E92-B444-2A549D4BE83F}"/>
              </a:ext>
            </a:extLst>
          </p:cNvPr>
          <p:cNvSpPr>
            <a:spLocks xmlns:a="http://schemas.openxmlformats.org/drawingml/2006/main" noGrp="1"/>
          </p:cNvSpPr>
          <p:nvPr/>
        </p:nvSpPr>
        <p:spPr>
          <a:xfrm xmlns:a="http://schemas.openxmlformats.org/drawingml/2006/main">
            <a:off x="723900" y="4943475"/>
            <a:ext cx="10363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425" b="1">
                <a:solidFill>
                  <a:srgbClr val="215052"/>
                </a:solidFill>
                <a:latin typeface="Plus Jakarta Sans"/>
                <a:ea typeface="Plus Jakarta Sans"/>
                <a:cs typeface="Plus Jakarta Sans"/>
              </a:defRPr>
            </a:defPPr>
            <a:lvl1pPr>
              <a:defRPr sz="1425" b="1">
                <a:solidFill>
                  <a:srgbClr val="215052"/>
                </a:solidFill>
                <a:latin typeface="Plus Jakarta Sans"/>
                <a:ea typeface="Plus Jakarta Sans"/>
                <a:cs typeface="Plus Jakarta Sans"/>
              </a:defRPr>
            </a:lvl1pPr>
            <a:lvl2pPr>
              <a:defRPr sz="1425" b="1">
                <a:solidFill>
                  <a:srgbClr val="215052"/>
                </a:solidFill>
                <a:latin typeface="Plus Jakarta Sans"/>
                <a:ea typeface="Plus Jakarta Sans"/>
                <a:cs typeface="Plus Jakarta Sans"/>
              </a:defRPr>
            </a:lvl2pPr>
            <a:lvl3pPr>
              <a:defRPr sz="1425" b="1">
                <a:solidFill>
                  <a:srgbClr val="215052"/>
                </a:solidFill>
                <a:latin typeface="Plus Jakarta Sans"/>
                <a:ea typeface="Plus Jakarta Sans"/>
                <a:cs typeface="Plus Jakarta Sans"/>
              </a:defRPr>
            </a:lvl3pPr>
            <a:lvl4pPr>
              <a:defRPr sz="1425" b="1">
                <a:solidFill>
                  <a:srgbClr val="215052"/>
                </a:solidFill>
                <a:latin typeface="Plus Jakarta Sans"/>
                <a:ea typeface="Plus Jakarta Sans"/>
                <a:cs typeface="Plus Jakarta Sans"/>
              </a:defRPr>
            </a:lvl4pPr>
            <a:lvl5pPr>
              <a:defRPr sz="1425" b="1">
                <a:solidFill>
                  <a:srgbClr val="215052"/>
                </a:solidFill>
                <a:latin typeface="Plus Jakarta Sans"/>
                <a:ea typeface="Plus Jakarta Sans"/>
                <a:cs typeface="Plus Jakarta Sans"/>
              </a:defRPr>
            </a:lvl5pPr>
            <a:lvl6pPr>
              <a:defRPr sz="1425" b="1">
                <a:solidFill>
                  <a:srgbClr val="215052"/>
                </a:solidFill>
                <a:latin typeface="Plus Jakarta Sans"/>
                <a:ea typeface="Plus Jakarta Sans"/>
                <a:cs typeface="Plus Jakarta Sans"/>
              </a:defRPr>
            </a:lvl6pPr>
            <a:lvl7pPr>
              <a:defRPr sz="1425" b="1">
                <a:solidFill>
                  <a:srgbClr val="215052"/>
                </a:solidFill>
                <a:latin typeface="Plus Jakarta Sans"/>
                <a:ea typeface="Plus Jakarta Sans"/>
                <a:cs typeface="Plus Jakarta Sans"/>
              </a:defRPr>
            </a:lvl7pPr>
            <a:lvl8pPr>
              <a:defRPr sz="1425" b="1">
                <a:solidFill>
                  <a:srgbClr val="215052"/>
                </a:solidFill>
                <a:latin typeface="Plus Jakarta Sans"/>
                <a:ea typeface="Plus Jakarta Sans"/>
                <a:cs typeface="Plus Jakarta Sans"/>
              </a:defRPr>
            </a:lvl8pPr>
            <a:lvl9pPr>
              <a:defRPr sz="1425" b="1">
                <a:solidFill>
                  <a:srgbClr val="215052"/>
                </a:solidFill>
                <a:latin typeface="Plus Jakarta Sans"/>
                <a:ea typeface="Plus Jakarta Sans"/>
                <a:cs typeface="Plus Jakarta Sans"/>
              </a:defRPr>
            </a:lvl9pPr>
          </a:lstStyle>
          <a:p xmlns:a="http://schemas.openxmlformats.org/drawingml/2006/main">
            <a:pPr>
              <a:defRPr sz="1425" b="1">
                <a:solidFill>
                  <a:srgbClr val="215052"/>
                </a:solidFill>
                <a:latin typeface="Plus Jakarta Sans"/>
                <a:ea typeface="Plus Jakarta Sans"/>
                <a:cs typeface="Plus Jakarta Sans"/>
              </a:defRPr>
            </a:pPr>
            <a:r>
              <a:rPr sz="1425" b="1">
                <a:solidFill>
                  <a:srgbClr val="215052"/>
                </a:solidFill>
                <a:latin typeface="Plus Jakarta Sans"/>
                <a:ea typeface="Plus Jakarta Sans"/>
                <a:cs typeface="Plus Jakarta Sans"/>
              </a:rPr>
              <a:t>The C-Brows Journey</a:t>
            </a:r>
          </a:p>
        </p:txBody>
      </p:sp>
      <p:sp>
        <p:nvSpPr>
          <p:cNvPr id="15" name="insight body The C-Brows Journey">
            <a:extLst xmlns:a="http://schemas.openxmlformats.org/drawingml/2006/main">
              <a:ext uri="{FF2B5EF4-FFF2-40B4-BE49-F238E27FC236}">
                <a16:creationId xmlns:a16="http://schemas.microsoft.com/office/drawing/2014/main" id="{BEEBF812-E7DE-4D9C-9D95-7FFCBB78207B}"/>
              </a:ext>
            </a:extLst>
          </p:cNvPr>
          <p:cNvSpPr>
            <a:spLocks xmlns:a="http://schemas.openxmlformats.org/drawingml/2006/main" noGrp="1"/>
          </p:cNvSpPr>
          <p:nvPr/>
        </p:nvSpPr>
        <p:spPr>
          <a:xfrm xmlns:a="http://schemas.openxmlformats.org/drawingml/2006/main">
            <a:off x="723900" y="5238750"/>
            <a:ext cx="10363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75">
                <a:solidFill>
                  <a:srgbClr val="526669"/>
                </a:solidFill>
                <a:latin typeface="Plus Jakarta Sans"/>
                <a:ea typeface="Plus Jakarta Sans"/>
                <a:cs typeface="Plus Jakarta Sans"/>
              </a:defRPr>
            </a:defPPr>
            <a:lvl1pPr>
              <a:defRPr sz="975">
                <a:solidFill>
                  <a:srgbClr val="526669"/>
                </a:solidFill>
                <a:latin typeface="Plus Jakarta Sans"/>
                <a:ea typeface="Plus Jakarta Sans"/>
                <a:cs typeface="Plus Jakarta Sans"/>
              </a:defRPr>
            </a:lvl1pPr>
            <a:lvl2pPr>
              <a:defRPr sz="975">
                <a:solidFill>
                  <a:srgbClr val="526669"/>
                </a:solidFill>
                <a:latin typeface="Plus Jakarta Sans"/>
                <a:ea typeface="Plus Jakarta Sans"/>
                <a:cs typeface="Plus Jakarta Sans"/>
              </a:defRPr>
            </a:lvl2pPr>
            <a:lvl3pPr>
              <a:defRPr sz="975">
                <a:solidFill>
                  <a:srgbClr val="526669"/>
                </a:solidFill>
                <a:latin typeface="Plus Jakarta Sans"/>
                <a:ea typeface="Plus Jakarta Sans"/>
                <a:cs typeface="Plus Jakarta Sans"/>
              </a:defRPr>
            </a:lvl3pPr>
            <a:lvl4pPr>
              <a:defRPr sz="975">
                <a:solidFill>
                  <a:srgbClr val="526669"/>
                </a:solidFill>
                <a:latin typeface="Plus Jakarta Sans"/>
                <a:ea typeface="Plus Jakarta Sans"/>
                <a:cs typeface="Plus Jakarta Sans"/>
              </a:defRPr>
            </a:lvl4pPr>
            <a:lvl5pPr>
              <a:defRPr sz="975">
                <a:solidFill>
                  <a:srgbClr val="526669"/>
                </a:solidFill>
                <a:latin typeface="Plus Jakarta Sans"/>
                <a:ea typeface="Plus Jakarta Sans"/>
                <a:cs typeface="Plus Jakarta Sans"/>
              </a:defRPr>
            </a:lvl5pPr>
            <a:lvl6pPr>
              <a:defRPr sz="975">
                <a:solidFill>
                  <a:srgbClr val="526669"/>
                </a:solidFill>
                <a:latin typeface="Plus Jakarta Sans"/>
                <a:ea typeface="Plus Jakarta Sans"/>
                <a:cs typeface="Plus Jakarta Sans"/>
              </a:defRPr>
            </a:lvl6pPr>
            <a:lvl7pPr>
              <a:defRPr sz="975">
                <a:solidFill>
                  <a:srgbClr val="526669"/>
                </a:solidFill>
                <a:latin typeface="Plus Jakarta Sans"/>
                <a:ea typeface="Plus Jakarta Sans"/>
                <a:cs typeface="Plus Jakarta Sans"/>
              </a:defRPr>
            </a:lvl7pPr>
            <a:lvl8pPr>
              <a:defRPr sz="975">
                <a:solidFill>
                  <a:srgbClr val="526669"/>
                </a:solidFill>
                <a:latin typeface="Plus Jakarta Sans"/>
                <a:ea typeface="Plus Jakarta Sans"/>
                <a:cs typeface="Plus Jakarta Sans"/>
              </a:defRPr>
            </a:lvl8pPr>
            <a:lvl9pPr>
              <a:defRPr sz="975">
                <a:solidFill>
                  <a:srgbClr val="526669"/>
                </a:solidFill>
                <a:latin typeface="Plus Jakarta Sans"/>
                <a:ea typeface="Plus Jakarta Sans"/>
                <a:cs typeface="Plus Jakarta Sans"/>
              </a:defRPr>
            </a:lvl9pPr>
          </a:lstStyle>
          <a:p xmlns:a="http://schemas.openxmlformats.org/drawingml/2006/main">
            <a:pPr>
              <a:defRPr sz="975">
                <a:solidFill>
                  <a:srgbClr val="526669"/>
                </a:solidFill>
                <a:latin typeface="Plus Jakarta Sans"/>
                <a:ea typeface="Plus Jakarta Sans"/>
                <a:cs typeface="Plus Jakarta Sans"/>
              </a:defRPr>
            </a:pPr>
            <a:r>
              <a:rPr sz="975">
                <a:solidFill>
                  <a:srgbClr val="526669"/>
                </a:solidFill>
                <a:latin typeface="Plus Jakarta Sans"/>
                <a:ea typeface="Plus Jakarta Sans"/>
                <a:cs typeface="Plus Jakarta Sans"/>
              </a:rPr>
              <a:t>A reflection on endurance and connection reframed support systems as practical infrastructure for the long term.</a:t>
            </a:r>
          </a:p>
        </p:txBody>
      </p:sp>
      <p:sp>
        <p:nvSpPr>
          <p:cNvPr id="16" name="connection marker">
            <a:extLst xmlns:a="http://schemas.openxmlformats.org/drawingml/2006/main">
              <a:ext uri="{FF2B5EF4-FFF2-40B4-BE49-F238E27FC236}">
                <a16:creationId xmlns:a16="http://schemas.microsoft.com/office/drawing/2014/main" id="{2E2A0CA4-FBCC-41E4-8724-3142B525FB4D}"/>
              </a:ext>
            </a:extLst>
          </p:cNvPr>
          <p:cNvSpPr>
            <a:spLocks xmlns:a="http://schemas.openxmlformats.org/drawingml/2006/main" noGrp="1"/>
          </p:cNvSpPr>
          <p:nvPr/>
        </p:nvSpPr>
        <p:spPr>
          <a:xfrm xmlns:a="http://schemas.openxmlformats.org/drawingml/2006/main">
            <a:off x="723900" y="6038850"/>
            <a:ext cx="171450" cy="171450"/>
          </a:xfrm>
          <a:prstGeom xmlns:a="http://schemas.openxmlformats.org/drawingml/2006/main" prst="ellipse">
            <a:avLst/>
          </a:prstGeom>
          <a:solidFill xmlns:a="http://schemas.openxmlformats.org/drawingml/2006/main">
            <a:srgbClr val="F15D2B"/>
          </a:solidFill>
          <a:ln xmlns:a="http://schemas.openxmlformats.org/drawingml/2006/main" w="0">
            <a:noFill/>
            <a:prstDash val="solid"/>
          </a:ln>
        </p:spPr>
      </p:sp>
      <p:sp>
        <p:nvSpPr>
          <p:cNvPr id="17" name="leadership close">
            <a:extLst xmlns:a="http://schemas.openxmlformats.org/drawingml/2006/main">
              <a:ext uri="{FF2B5EF4-FFF2-40B4-BE49-F238E27FC236}">
                <a16:creationId xmlns:a16="http://schemas.microsoft.com/office/drawing/2014/main" id="{D972354D-9C41-4323-A6FE-87878EE80DD0}"/>
              </a:ext>
            </a:extLst>
          </p:cNvPr>
          <p:cNvSpPr>
            <a:spLocks xmlns:a="http://schemas.openxmlformats.org/drawingml/2006/main" noGrp="1"/>
          </p:cNvSpPr>
          <p:nvPr/>
        </p:nvSpPr>
        <p:spPr>
          <a:xfrm xmlns:a="http://schemas.openxmlformats.org/drawingml/2006/main">
            <a:off x="1009650" y="5991225"/>
            <a:ext cx="762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00" b="1">
                <a:solidFill>
                  <a:srgbClr val="215052"/>
                </a:solidFill>
                <a:latin typeface="Plus Jakarta Sans"/>
                <a:ea typeface="Plus Jakarta Sans"/>
                <a:cs typeface="Plus Jakarta Sans"/>
              </a:defRPr>
            </a:defPPr>
            <a:lvl1pPr>
              <a:defRPr sz="1500" b="1">
                <a:solidFill>
                  <a:srgbClr val="215052"/>
                </a:solidFill>
                <a:latin typeface="Plus Jakarta Sans"/>
                <a:ea typeface="Plus Jakarta Sans"/>
                <a:cs typeface="Plus Jakarta Sans"/>
              </a:defRPr>
            </a:lvl1pPr>
            <a:lvl2pPr>
              <a:defRPr sz="1500" b="1">
                <a:solidFill>
                  <a:srgbClr val="215052"/>
                </a:solidFill>
                <a:latin typeface="Plus Jakarta Sans"/>
                <a:ea typeface="Plus Jakarta Sans"/>
                <a:cs typeface="Plus Jakarta Sans"/>
              </a:defRPr>
            </a:lvl2pPr>
            <a:lvl3pPr>
              <a:defRPr sz="1500" b="1">
                <a:solidFill>
                  <a:srgbClr val="215052"/>
                </a:solidFill>
                <a:latin typeface="Plus Jakarta Sans"/>
                <a:ea typeface="Plus Jakarta Sans"/>
                <a:cs typeface="Plus Jakarta Sans"/>
              </a:defRPr>
            </a:lvl3pPr>
            <a:lvl4pPr>
              <a:defRPr sz="1500" b="1">
                <a:solidFill>
                  <a:srgbClr val="215052"/>
                </a:solidFill>
                <a:latin typeface="Plus Jakarta Sans"/>
                <a:ea typeface="Plus Jakarta Sans"/>
                <a:cs typeface="Plus Jakarta Sans"/>
              </a:defRPr>
            </a:lvl4pPr>
            <a:lvl5pPr>
              <a:defRPr sz="1500" b="1">
                <a:solidFill>
                  <a:srgbClr val="215052"/>
                </a:solidFill>
                <a:latin typeface="Plus Jakarta Sans"/>
                <a:ea typeface="Plus Jakarta Sans"/>
                <a:cs typeface="Plus Jakarta Sans"/>
              </a:defRPr>
            </a:lvl5pPr>
            <a:lvl6pPr>
              <a:defRPr sz="1500" b="1">
                <a:solidFill>
                  <a:srgbClr val="215052"/>
                </a:solidFill>
                <a:latin typeface="Plus Jakarta Sans"/>
                <a:ea typeface="Plus Jakarta Sans"/>
                <a:cs typeface="Plus Jakarta Sans"/>
              </a:defRPr>
            </a:lvl6pPr>
            <a:lvl7pPr>
              <a:defRPr sz="1500" b="1">
                <a:solidFill>
                  <a:srgbClr val="215052"/>
                </a:solidFill>
                <a:latin typeface="Plus Jakarta Sans"/>
                <a:ea typeface="Plus Jakarta Sans"/>
                <a:cs typeface="Plus Jakarta Sans"/>
              </a:defRPr>
            </a:lvl7pPr>
            <a:lvl8pPr>
              <a:defRPr sz="1500" b="1">
                <a:solidFill>
                  <a:srgbClr val="215052"/>
                </a:solidFill>
                <a:latin typeface="Plus Jakarta Sans"/>
                <a:ea typeface="Plus Jakarta Sans"/>
                <a:cs typeface="Plus Jakarta Sans"/>
              </a:defRPr>
            </a:lvl8pPr>
            <a:lvl9pPr>
              <a:defRPr sz="1500" b="1">
                <a:solidFill>
                  <a:srgbClr val="215052"/>
                </a:solidFill>
                <a:latin typeface="Plus Jakarta Sans"/>
                <a:ea typeface="Plus Jakarta Sans"/>
                <a:cs typeface="Plus Jakarta Sans"/>
              </a:defRPr>
            </a:lvl9pPr>
          </a:lstStyle>
          <a:p xmlns:a="http://schemas.openxmlformats.org/drawingml/2006/main">
            <a:pPr>
              <a:defRPr sz="1500" b="1">
                <a:solidFill>
                  <a:srgbClr val="215052"/>
                </a:solidFill>
                <a:latin typeface="Plus Jakarta Sans"/>
                <a:ea typeface="Plus Jakarta Sans"/>
                <a:cs typeface="Plus Jakarta Sans"/>
              </a:defRPr>
            </a:pPr>
            <a:r>
              <a:rPr sz="1500" b="1">
                <a:solidFill>
                  <a:srgbClr val="215052"/>
                </a:solidFill>
                <a:latin typeface="Plus Jakarta Sans"/>
                <a:ea typeface="Plus Jakarta Sans"/>
                <a:cs typeface="Plus Jakarta Sans"/>
              </a:rPr>
              <a:t>Connection is not soft. It is how good work holds.</a:t>
            </a:r>
          </a:p>
        </p:txBody>
      </p:sp>
      <p:sp>
        <p:nvSpPr>
          <p:cNvPr id="18" name="footer line">
            <a:extLst xmlns:a="http://schemas.openxmlformats.org/drawingml/2006/main">
              <a:ext uri="{FF2B5EF4-FFF2-40B4-BE49-F238E27FC236}">
                <a16:creationId xmlns:a16="http://schemas.microsoft.com/office/drawing/2014/main" id="{F3CFCA51-1375-4139-B714-17750A7D24AC}"/>
              </a:ext>
            </a:extLst>
          </p:cNvPr>
          <p:cNvSpPr>
            <a:spLocks xmlns:a="http://schemas.openxmlformats.org/drawingml/2006/main" noGrp="1"/>
          </p:cNvSpPr>
          <p:nvPr/>
        </p:nvSpPr>
        <p:spPr>
          <a:xfrm xmlns:a="http://schemas.openxmlformats.org/drawingml/2006/main">
            <a:off x="723900" y="6362700"/>
            <a:ext cx="10744200" cy="9525"/>
          </a:xfrm>
          <a:prstGeom xmlns:a="http://schemas.openxmlformats.org/drawingml/2006/main" prst="rect">
            <a:avLst/>
          </a:prstGeom>
          <a:solidFill xmlns:a="http://schemas.openxmlformats.org/drawingml/2006/main">
            <a:srgbClr val="CADAD9"/>
          </a:solidFill>
          <a:ln xmlns:a="http://schemas.openxmlformats.org/drawingml/2006/main" w="0">
            <a:noFill/>
            <a:prstDash val="solid"/>
          </a:ln>
        </p:spPr>
      </p:sp>
      <p:sp>
        <p:nvSpPr>
          <p:cNvPr id="19" name="footer event name">
            <a:extLst xmlns:a="http://schemas.openxmlformats.org/drawingml/2006/main">
              <a:ext uri="{FF2B5EF4-FFF2-40B4-BE49-F238E27FC236}">
                <a16:creationId xmlns:a16="http://schemas.microsoft.com/office/drawing/2014/main" id="{25A7A493-2D93-4F53-BEEC-CE6106436D60}"/>
              </a:ext>
            </a:extLst>
          </p:cNvPr>
          <p:cNvSpPr>
            <a:spLocks xmlns:a="http://schemas.openxmlformats.org/drawingml/2006/main" noGrp="1"/>
          </p:cNvSpPr>
          <p:nvPr/>
        </p:nvSpPr>
        <p:spPr>
          <a:xfrm xmlns:a="http://schemas.openxmlformats.org/drawingml/2006/main">
            <a:off x="7239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750" b="1">
                <a:solidFill>
                  <a:srgbClr val="526669"/>
                </a:solidFill>
                <a:latin typeface="Plus Jakarta Sans"/>
                <a:ea typeface="Plus Jakarta Sans"/>
                <a:cs typeface="Plus Jakarta Sans"/>
              </a:defRPr>
            </a:defPPr>
            <a:lvl1pPr>
              <a:defRPr sz="750" b="1">
                <a:solidFill>
                  <a:srgbClr val="526669"/>
                </a:solidFill>
                <a:latin typeface="Plus Jakarta Sans"/>
                <a:ea typeface="Plus Jakarta Sans"/>
                <a:cs typeface="Plus Jakarta Sans"/>
              </a:defRPr>
            </a:lvl1pPr>
            <a:lvl2pPr>
              <a:defRPr sz="750" b="1">
                <a:solidFill>
                  <a:srgbClr val="526669"/>
                </a:solidFill>
                <a:latin typeface="Plus Jakarta Sans"/>
                <a:ea typeface="Plus Jakarta Sans"/>
                <a:cs typeface="Plus Jakarta Sans"/>
              </a:defRPr>
            </a:lvl2pPr>
            <a:lvl3pPr>
              <a:defRPr sz="750" b="1">
                <a:solidFill>
                  <a:srgbClr val="526669"/>
                </a:solidFill>
                <a:latin typeface="Plus Jakarta Sans"/>
                <a:ea typeface="Plus Jakarta Sans"/>
                <a:cs typeface="Plus Jakarta Sans"/>
              </a:defRPr>
            </a:lvl3pPr>
            <a:lvl4pPr>
              <a:defRPr sz="750" b="1">
                <a:solidFill>
                  <a:srgbClr val="526669"/>
                </a:solidFill>
                <a:latin typeface="Plus Jakarta Sans"/>
                <a:ea typeface="Plus Jakarta Sans"/>
                <a:cs typeface="Plus Jakarta Sans"/>
              </a:defRPr>
            </a:lvl4pPr>
            <a:lvl5pPr>
              <a:defRPr sz="750" b="1">
                <a:solidFill>
                  <a:srgbClr val="526669"/>
                </a:solidFill>
                <a:latin typeface="Plus Jakarta Sans"/>
                <a:ea typeface="Plus Jakarta Sans"/>
                <a:cs typeface="Plus Jakarta Sans"/>
              </a:defRPr>
            </a:lvl5pPr>
            <a:lvl6pPr>
              <a:defRPr sz="750" b="1">
                <a:solidFill>
                  <a:srgbClr val="526669"/>
                </a:solidFill>
                <a:latin typeface="Plus Jakarta Sans"/>
                <a:ea typeface="Plus Jakarta Sans"/>
                <a:cs typeface="Plus Jakarta Sans"/>
              </a:defRPr>
            </a:lvl6pPr>
            <a:lvl7pPr>
              <a:defRPr sz="750" b="1">
                <a:solidFill>
                  <a:srgbClr val="526669"/>
                </a:solidFill>
                <a:latin typeface="Plus Jakarta Sans"/>
                <a:ea typeface="Plus Jakarta Sans"/>
                <a:cs typeface="Plus Jakarta Sans"/>
              </a:defRPr>
            </a:lvl7pPr>
            <a:lvl8pPr>
              <a:defRPr sz="750" b="1">
                <a:solidFill>
                  <a:srgbClr val="526669"/>
                </a:solidFill>
                <a:latin typeface="Plus Jakarta Sans"/>
                <a:ea typeface="Plus Jakarta Sans"/>
                <a:cs typeface="Plus Jakarta Sans"/>
              </a:defRPr>
            </a:lvl8pPr>
            <a:lvl9pPr>
              <a:defRPr sz="750" b="1">
                <a:solidFill>
                  <a:srgbClr val="526669"/>
                </a:solidFill>
                <a:latin typeface="Plus Jakarta Sans"/>
                <a:ea typeface="Plus Jakarta Sans"/>
                <a:cs typeface="Plus Jakarta Sans"/>
              </a:defRPr>
            </a:lvl9pPr>
          </a:lstStyle>
          <a:p xmlns:a="http://schemas.openxmlformats.org/drawingml/2006/main">
            <a:pPr>
              <a:defRPr sz="750" b="1">
                <a:solidFill>
                  <a:srgbClr val="526669"/>
                </a:solidFill>
                <a:latin typeface="Plus Jakarta Sans"/>
                <a:ea typeface="Plus Jakarta Sans"/>
                <a:cs typeface="Plus Jakarta Sans"/>
              </a:defRPr>
            </a:pPr>
            <a:r>
              <a:rPr sz="750" b="1">
                <a:solidFill>
                  <a:srgbClr val="526669"/>
                </a:solidFill>
                <a:latin typeface="Plus Jakarta Sans"/>
                <a:ea typeface="Plus Jakarta Sans"/>
                <a:cs typeface="Plus Jakarta Sans"/>
              </a:rPr>
              <a:t>ODYSSEY, PARTNER SUMMIT ’26</a:t>
            </a:r>
          </a:p>
        </p:txBody>
      </p:sp>
      <p:sp>
        <p:nvSpPr>
          <p:cNvPr id="20" name="footer page number">
            <a:extLst xmlns:a="http://schemas.openxmlformats.org/drawingml/2006/main">
              <a:ext uri="{FF2B5EF4-FFF2-40B4-BE49-F238E27FC236}">
                <a16:creationId xmlns:a16="http://schemas.microsoft.com/office/drawing/2014/main" id="{AA1247FE-6524-4627-8B85-664947CB7D4F}"/>
              </a:ext>
            </a:extLst>
          </p:cNvPr>
          <p:cNvSpPr>
            <a:spLocks xmlns:a="http://schemas.openxmlformats.org/drawingml/2006/main" noGrp="1"/>
          </p:cNvSpPr>
          <p:nvPr/>
        </p:nvSpPr>
        <p:spPr>
          <a:xfrm xmlns:a="http://schemas.openxmlformats.org/drawingml/2006/main">
            <a:off x="11106150" y="6486525"/>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750" b="1">
                <a:solidFill>
                  <a:srgbClr val="526669"/>
                </a:solidFill>
                <a:latin typeface="Plus Jakarta Sans"/>
                <a:ea typeface="Plus Jakarta Sans"/>
                <a:cs typeface="Plus Jakarta Sans"/>
              </a:defRPr>
            </a:defPPr>
            <a:lvl1pPr algn="r">
              <a:defRPr sz="750" b="1">
                <a:solidFill>
                  <a:srgbClr val="526669"/>
                </a:solidFill>
                <a:latin typeface="Plus Jakarta Sans"/>
                <a:ea typeface="Plus Jakarta Sans"/>
                <a:cs typeface="Plus Jakarta Sans"/>
              </a:defRPr>
            </a:lvl1pPr>
            <a:lvl2pPr algn="r">
              <a:defRPr sz="750" b="1">
                <a:solidFill>
                  <a:srgbClr val="526669"/>
                </a:solidFill>
                <a:latin typeface="Plus Jakarta Sans"/>
                <a:ea typeface="Plus Jakarta Sans"/>
                <a:cs typeface="Plus Jakarta Sans"/>
              </a:defRPr>
            </a:lvl2pPr>
            <a:lvl3pPr algn="r">
              <a:defRPr sz="750" b="1">
                <a:solidFill>
                  <a:srgbClr val="526669"/>
                </a:solidFill>
                <a:latin typeface="Plus Jakarta Sans"/>
                <a:ea typeface="Plus Jakarta Sans"/>
                <a:cs typeface="Plus Jakarta Sans"/>
              </a:defRPr>
            </a:lvl3pPr>
            <a:lvl4pPr algn="r">
              <a:defRPr sz="750" b="1">
                <a:solidFill>
                  <a:srgbClr val="526669"/>
                </a:solidFill>
                <a:latin typeface="Plus Jakarta Sans"/>
                <a:ea typeface="Plus Jakarta Sans"/>
                <a:cs typeface="Plus Jakarta Sans"/>
              </a:defRPr>
            </a:lvl4pPr>
            <a:lvl5pPr algn="r">
              <a:defRPr sz="750" b="1">
                <a:solidFill>
                  <a:srgbClr val="526669"/>
                </a:solidFill>
                <a:latin typeface="Plus Jakarta Sans"/>
                <a:ea typeface="Plus Jakarta Sans"/>
                <a:cs typeface="Plus Jakarta Sans"/>
              </a:defRPr>
            </a:lvl5pPr>
            <a:lvl6pPr algn="r">
              <a:defRPr sz="750" b="1">
                <a:solidFill>
                  <a:srgbClr val="526669"/>
                </a:solidFill>
                <a:latin typeface="Plus Jakarta Sans"/>
                <a:ea typeface="Plus Jakarta Sans"/>
                <a:cs typeface="Plus Jakarta Sans"/>
              </a:defRPr>
            </a:lvl6pPr>
            <a:lvl7pPr algn="r">
              <a:defRPr sz="750" b="1">
                <a:solidFill>
                  <a:srgbClr val="526669"/>
                </a:solidFill>
                <a:latin typeface="Plus Jakarta Sans"/>
                <a:ea typeface="Plus Jakarta Sans"/>
                <a:cs typeface="Plus Jakarta Sans"/>
              </a:defRPr>
            </a:lvl7pPr>
            <a:lvl8pPr algn="r">
              <a:defRPr sz="750" b="1">
                <a:solidFill>
                  <a:srgbClr val="526669"/>
                </a:solidFill>
                <a:latin typeface="Plus Jakarta Sans"/>
                <a:ea typeface="Plus Jakarta Sans"/>
                <a:cs typeface="Plus Jakarta Sans"/>
              </a:defRPr>
            </a:lvl8pPr>
            <a:lvl9pPr algn="r">
              <a:defRPr sz="750" b="1">
                <a:solidFill>
                  <a:srgbClr val="526669"/>
                </a:solidFill>
                <a:latin typeface="Plus Jakarta Sans"/>
                <a:ea typeface="Plus Jakarta Sans"/>
                <a:cs typeface="Plus Jakarta Sans"/>
              </a:defRPr>
            </a:lvl9pPr>
          </a:lstStyle>
          <a:p xmlns:a="http://schemas.openxmlformats.org/drawingml/2006/main">
            <a:pPr algn="r">
              <a:defRPr sz="750" b="1">
                <a:solidFill>
                  <a:srgbClr val="526669"/>
                </a:solidFill>
                <a:latin typeface="Plus Jakarta Sans"/>
                <a:ea typeface="Plus Jakarta Sans"/>
                <a:cs typeface="Plus Jakarta Sans"/>
              </a:defRPr>
            </a:pPr>
            <a:r>
              <a:rPr sz="750" b="1">
                <a:solidFill>
                  <a:srgbClr val="526669"/>
                </a:solidFill>
                <a:latin typeface="Plus Jakarta Sans"/>
                <a:ea typeface="Plus Jakarta Sans"/>
                <a:cs typeface="Plus Jakarta Sans"/>
              </a:rPr>
              <a:t>05</a:t>
            </a:r>
          </a:p>
        </p:txBody>
      </p:sp>
    </p:spTree>
    <p:extLst>
      <p:ext uri="{BB962C8B-B14F-4D97-AF65-F5344CB8AC3E}">
        <p14:creationId xmlns:p14="http://schemas.microsoft.com/office/powerpoint/2010/main" val="616460081"/>
      </p:ext>
    </p:extLst>
  </p:cSld>
</p:sld>
</file>

<file path=ppt/slides/slide6.xml><?xml version="1.0" encoding="utf-8"?>
<p:sld xmlns:p="http://schemas.openxmlformats.org/presentationml/2006/main">
  <p:cSld>
    <p:bg>
      <p:bgPr>
        <a:solidFill xmlns:a="http://schemas.openxmlformats.org/drawingml/2006/main">
          <a:srgbClr val="215052"/>
        </a:solidFill>
      </p:bgPr>
    </p:bg>
    <p:spTree>
      <p:nvGrpSpPr>
        <p:cNvPr id="1" name=""/>
        <p:cNvGrpSpPr/>
        <p:nvPr/>
      </p:nvGrpSpPr>
      <p:grpSpPr>
        <a:xfrm xmlns:a="http://schemas.openxmlformats.org/drawingml/2006/main"/>
      </p:grpSpPr>
      <p:sp>
        <p:nvSpPr>
          <p:cNvPr id="14" name="BOT Consulting wordmark">
            <a:extLst xmlns:a="http://schemas.openxmlformats.org/drawingml/2006/main">
              <a:ext uri="{FF2B5EF4-FFF2-40B4-BE49-F238E27FC236}">
                <a16:creationId xmlns:a16="http://schemas.microsoft.com/office/drawing/2014/main" id="{C6EE1FDF-E9D3-41A2-A000-F8B29735BB59}"/>
              </a:ext>
            </a:extLst>
          </p:cNvPr>
          <p:cNvSpPr>
            <a:spLocks xmlns:a="http://schemas.openxmlformats.org/drawingml/2006/main" noGrp="1"/>
          </p:cNvSpPr>
          <p:nvPr/>
        </p:nvSpPr>
        <p:spPr>
          <a:xfrm xmlns:a="http://schemas.openxmlformats.org/drawingml/2006/main">
            <a:off x="723900" y="400050"/>
            <a:ext cx="2238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1">
                <a:solidFill>
                  <a:srgbClr val="FFFFFF"/>
                </a:solidFill>
                <a:latin typeface="Plus Jakarta Sans"/>
                <a:ea typeface="Plus Jakarta Sans"/>
                <a:cs typeface="Plus Jakarta Sans"/>
              </a:defRPr>
            </a:defPPr>
            <a:lvl1pPr>
              <a:defRPr sz="1125" b="1">
                <a:solidFill>
                  <a:srgbClr val="FFFFFF"/>
                </a:solidFill>
                <a:latin typeface="Plus Jakarta Sans"/>
                <a:ea typeface="Plus Jakarta Sans"/>
                <a:cs typeface="Plus Jakarta Sans"/>
              </a:defRPr>
            </a:lvl1pPr>
            <a:lvl2pPr>
              <a:defRPr sz="1125" b="1">
                <a:solidFill>
                  <a:srgbClr val="FFFFFF"/>
                </a:solidFill>
                <a:latin typeface="Plus Jakarta Sans"/>
                <a:ea typeface="Plus Jakarta Sans"/>
                <a:cs typeface="Plus Jakarta Sans"/>
              </a:defRPr>
            </a:lvl2pPr>
            <a:lvl3pPr>
              <a:defRPr sz="1125" b="1">
                <a:solidFill>
                  <a:srgbClr val="FFFFFF"/>
                </a:solidFill>
                <a:latin typeface="Plus Jakarta Sans"/>
                <a:ea typeface="Plus Jakarta Sans"/>
                <a:cs typeface="Plus Jakarta Sans"/>
              </a:defRPr>
            </a:lvl3pPr>
            <a:lvl4pPr>
              <a:defRPr sz="1125" b="1">
                <a:solidFill>
                  <a:srgbClr val="FFFFFF"/>
                </a:solidFill>
                <a:latin typeface="Plus Jakarta Sans"/>
                <a:ea typeface="Plus Jakarta Sans"/>
                <a:cs typeface="Plus Jakarta Sans"/>
              </a:defRPr>
            </a:lvl4pPr>
            <a:lvl5pPr>
              <a:defRPr sz="1125" b="1">
                <a:solidFill>
                  <a:srgbClr val="FFFFFF"/>
                </a:solidFill>
                <a:latin typeface="Plus Jakarta Sans"/>
                <a:ea typeface="Plus Jakarta Sans"/>
                <a:cs typeface="Plus Jakarta Sans"/>
              </a:defRPr>
            </a:lvl5pPr>
            <a:lvl6pPr>
              <a:defRPr sz="1125" b="1">
                <a:solidFill>
                  <a:srgbClr val="FFFFFF"/>
                </a:solidFill>
                <a:latin typeface="Plus Jakarta Sans"/>
                <a:ea typeface="Plus Jakarta Sans"/>
                <a:cs typeface="Plus Jakarta Sans"/>
              </a:defRPr>
            </a:lvl6pPr>
            <a:lvl7pPr>
              <a:defRPr sz="1125" b="1">
                <a:solidFill>
                  <a:srgbClr val="FFFFFF"/>
                </a:solidFill>
                <a:latin typeface="Plus Jakarta Sans"/>
                <a:ea typeface="Plus Jakarta Sans"/>
                <a:cs typeface="Plus Jakarta Sans"/>
              </a:defRPr>
            </a:lvl7pPr>
            <a:lvl8pPr>
              <a:defRPr sz="1125" b="1">
                <a:solidFill>
                  <a:srgbClr val="FFFFFF"/>
                </a:solidFill>
                <a:latin typeface="Plus Jakarta Sans"/>
                <a:ea typeface="Plus Jakarta Sans"/>
                <a:cs typeface="Plus Jakarta Sans"/>
              </a:defRPr>
            </a:lvl8pPr>
            <a:lvl9pPr>
              <a:defRPr sz="1125" b="1">
                <a:solidFill>
                  <a:srgbClr val="FFFFFF"/>
                </a:solidFill>
                <a:latin typeface="Plus Jakarta Sans"/>
                <a:ea typeface="Plus Jakarta Sans"/>
                <a:cs typeface="Plus Jakarta Sans"/>
              </a:defRPr>
            </a:lvl9pPr>
          </a:lstStyle>
          <a:p xmlns:a="http://schemas.openxmlformats.org/drawingml/2006/main">
            <a:pPr>
              <a:defRPr sz="1125" b="1">
                <a:solidFill>
                  <a:srgbClr val="FFFFFF"/>
                </a:solidFill>
                <a:latin typeface="Plus Jakarta Sans"/>
                <a:ea typeface="Plus Jakarta Sans"/>
                <a:cs typeface="Plus Jakarta Sans"/>
              </a:defRPr>
            </a:pPr>
            <a:r>
              <a:rPr sz="1125" b="1">
                <a:solidFill>
                  <a:srgbClr val="FFFFFF"/>
                </a:solidFill>
                <a:latin typeface="Plus Jakarta Sans"/>
                <a:ea typeface="Plus Jakarta Sans"/>
                <a:cs typeface="Plus Jakarta Sans"/>
              </a:rPr>
              <a:t>BOT CONSULTING</a:t>
            </a:r>
          </a:p>
        </p:txBody>
      </p:sp>
      <p:sp>
        <p:nvSpPr>
          <p:cNvPr id="2" name="BOT accent">
            <a:extLst xmlns:a="http://schemas.openxmlformats.org/drawingml/2006/main">
              <a:ext uri="{FF2B5EF4-FFF2-40B4-BE49-F238E27FC236}">
                <a16:creationId xmlns:a16="http://schemas.microsoft.com/office/drawing/2014/main" id="{83364D57-10F6-4F03-AE94-63FAC829461F}"/>
              </a:ext>
            </a:extLst>
          </p:cNvPr>
          <p:cNvSpPr>
            <a:spLocks xmlns:a="http://schemas.openxmlformats.org/drawingml/2006/main" noGrp="1"/>
          </p:cNvSpPr>
          <p:nvPr/>
        </p:nvSpPr>
        <p:spPr>
          <a:xfrm xmlns:a="http://schemas.openxmlformats.org/drawingml/2006/main">
            <a:off x="514350" y="457200"/>
            <a:ext cx="95250" cy="95250"/>
          </a:xfrm>
          <a:prstGeom xmlns:a="http://schemas.openxmlformats.org/drawingml/2006/main" prst="ellipse">
            <a:avLst/>
          </a:prstGeom>
          <a:solidFill xmlns:a="http://schemas.openxmlformats.org/drawingml/2006/main">
            <a:srgbClr val="3EC3D6"/>
          </a:solidFill>
          <a:ln xmlns:a="http://schemas.openxmlformats.org/drawingml/2006/main" w="0">
            <a:noFill/>
            <a:prstDash val="solid"/>
          </a:ln>
        </p:spPr>
      </p:sp>
      <p:sp>
        <p:nvSpPr>
          <p:cNvPr id="3" name="label The moments that made it matter">
            <a:extLst xmlns:a="http://schemas.openxmlformats.org/drawingml/2006/main">
              <a:ext uri="{FF2B5EF4-FFF2-40B4-BE49-F238E27FC236}">
                <a16:creationId xmlns:a16="http://schemas.microsoft.com/office/drawing/2014/main" id="{4F1CB20E-DE80-4BBB-BA27-4D666E0008F4}"/>
              </a:ext>
            </a:extLst>
          </p:cNvPr>
          <p:cNvSpPr>
            <a:spLocks xmlns:a="http://schemas.openxmlformats.org/drawingml/2006/main" noGrp="1"/>
          </p:cNvSpPr>
          <p:nvPr/>
        </p:nvSpPr>
        <p:spPr>
          <a:xfrm xmlns:a="http://schemas.openxmlformats.org/drawingml/2006/main">
            <a:off x="723900" y="1009650"/>
            <a:ext cx="3810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b="1">
                <a:solidFill>
                  <a:srgbClr val="3EC3D6"/>
                </a:solidFill>
                <a:latin typeface="Plus Jakarta Sans"/>
                <a:ea typeface="Plus Jakarta Sans"/>
                <a:cs typeface="Plus Jakarta Sans"/>
              </a:defRPr>
            </a:defPPr>
            <a:lvl1pPr>
              <a:defRPr sz="900" b="1">
                <a:solidFill>
                  <a:srgbClr val="3EC3D6"/>
                </a:solidFill>
                <a:latin typeface="Plus Jakarta Sans"/>
                <a:ea typeface="Plus Jakarta Sans"/>
                <a:cs typeface="Plus Jakarta Sans"/>
              </a:defRPr>
            </a:lvl1pPr>
            <a:lvl2pPr>
              <a:defRPr sz="900" b="1">
                <a:solidFill>
                  <a:srgbClr val="3EC3D6"/>
                </a:solidFill>
                <a:latin typeface="Plus Jakarta Sans"/>
                <a:ea typeface="Plus Jakarta Sans"/>
                <a:cs typeface="Plus Jakarta Sans"/>
              </a:defRPr>
            </a:lvl2pPr>
            <a:lvl3pPr>
              <a:defRPr sz="900" b="1">
                <a:solidFill>
                  <a:srgbClr val="3EC3D6"/>
                </a:solidFill>
                <a:latin typeface="Plus Jakarta Sans"/>
                <a:ea typeface="Plus Jakarta Sans"/>
                <a:cs typeface="Plus Jakarta Sans"/>
              </a:defRPr>
            </a:lvl3pPr>
            <a:lvl4pPr>
              <a:defRPr sz="900" b="1">
                <a:solidFill>
                  <a:srgbClr val="3EC3D6"/>
                </a:solidFill>
                <a:latin typeface="Plus Jakarta Sans"/>
                <a:ea typeface="Plus Jakarta Sans"/>
                <a:cs typeface="Plus Jakarta Sans"/>
              </a:defRPr>
            </a:lvl4pPr>
            <a:lvl5pPr>
              <a:defRPr sz="900" b="1">
                <a:solidFill>
                  <a:srgbClr val="3EC3D6"/>
                </a:solidFill>
                <a:latin typeface="Plus Jakarta Sans"/>
                <a:ea typeface="Plus Jakarta Sans"/>
                <a:cs typeface="Plus Jakarta Sans"/>
              </a:defRPr>
            </a:lvl5pPr>
            <a:lvl6pPr>
              <a:defRPr sz="900" b="1">
                <a:solidFill>
                  <a:srgbClr val="3EC3D6"/>
                </a:solidFill>
                <a:latin typeface="Plus Jakarta Sans"/>
                <a:ea typeface="Plus Jakarta Sans"/>
                <a:cs typeface="Plus Jakarta Sans"/>
              </a:defRPr>
            </a:lvl6pPr>
            <a:lvl7pPr>
              <a:defRPr sz="900" b="1">
                <a:solidFill>
                  <a:srgbClr val="3EC3D6"/>
                </a:solidFill>
                <a:latin typeface="Plus Jakarta Sans"/>
                <a:ea typeface="Plus Jakarta Sans"/>
                <a:cs typeface="Plus Jakarta Sans"/>
              </a:defRPr>
            </a:lvl7pPr>
            <a:lvl8pPr>
              <a:defRPr sz="900" b="1">
                <a:solidFill>
                  <a:srgbClr val="3EC3D6"/>
                </a:solidFill>
                <a:latin typeface="Plus Jakarta Sans"/>
                <a:ea typeface="Plus Jakarta Sans"/>
                <a:cs typeface="Plus Jakarta Sans"/>
              </a:defRPr>
            </a:lvl8pPr>
            <a:lvl9pPr>
              <a:defRPr sz="900" b="1">
                <a:solidFill>
                  <a:srgbClr val="3EC3D6"/>
                </a:solidFill>
                <a:latin typeface="Plus Jakarta Sans"/>
                <a:ea typeface="Plus Jakarta Sans"/>
                <a:cs typeface="Plus Jakarta Sans"/>
              </a:defRPr>
            </a:lvl9pPr>
          </a:lstStyle>
          <a:p xmlns:a="http://schemas.openxmlformats.org/drawingml/2006/main">
            <a:pPr>
              <a:defRPr sz="900" b="1">
                <a:solidFill>
                  <a:srgbClr val="3EC3D6"/>
                </a:solidFill>
                <a:latin typeface="Plus Jakarta Sans"/>
                <a:ea typeface="Plus Jakarta Sans"/>
                <a:cs typeface="Plus Jakarta Sans"/>
              </a:defRPr>
            </a:pPr>
            <a:r>
              <a:rPr sz="900" b="1">
                <a:solidFill>
                  <a:srgbClr val="3EC3D6"/>
                </a:solidFill>
                <a:latin typeface="Plus Jakarta Sans"/>
                <a:ea typeface="Plus Jakarta Sans"/>
                <a:cs typeface="Plus Jakarta Sans"/>
              </a:rPr>
              <a:t>THE MOMENTS THAT MADE IT MATTER</a:t>
            </a:r>
          </a:p>
        </p:txBody>
      </p:sp>
      <p:sp>
        <p:nvSpPr>
          <p:cNvPr id="4" name="photo record heading">
            <a:extLst xmlns:a="http://schemas.openxmlformats.org/drawingml/2006/main">
              <a:ext uri="{FF2B5EF4-FFF2-40B4-BE49-F238E27FC236}">
                <a16:creationId xmlns:a16="http://schemas.microsoft.com/office/drawing/2014/main" id="{7F4AF99E-6C25-4546-B895-F92F92D30C16}"/>
              </a:ext>
            </a:extLst>
          </p:cNvPr>
          <p:cNvSpPr>
            <a:spLocks xmlns:a="http://schemas.openxmlformats.org/drawingml/2006/main" noGrp="1"/>
          </p:cNvSpPr>
          <p:nvPr/>
        </p:nvSpPr>
        <p:spPr>
          <a:xfrm xmlns:a="http://schemas.openxmlformats.org/drawingml/2006/main">
            <a:off x="723900" y="1352550"/>
            <a:ext cx="8953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625" b="1">
                <a:solidFill>
                  <a:srgbClr val="FFFFFF"/>
                </a:solidFill>
                <a:latin typeface="Plus Jakarta Sans"/>
                <a:ea typeface="Plus Jakarta Sans"/>
                <a:cs typeface="Plus Jakarta Sans"/>
              </a:defRPr>
            </a:defPPr>
            <a:lvl1pPr>
              <a:defRPr sz="2625" b="1">
                <a:solidFill>
                  <a:srgbClr val="FFFFFF"/>
                </a:solidFill>
                <a:latin typeface="Plus Jakarta Sans"/>
                <a:ea typeface="Plus Jakarta Sans"/>
                <a:cs typeface="Plus Jakarta Sans"/>
              </a:defRPr>
            </a:lvl1pPr>
            <a:lvl2pPr>
              <a:defRPr sz="2625" b="1">
                <a:solidFill>
                  <a:srgbClr val="FFFFFF"/>
                </a:solidFill>
                <a:latin typeface="Plus Jakarta Sans"/>
                <a:ea typeface="Plus Jakarta Sans"/>
                <a:cs typeface="Plus Jakarta Sans"/>
              </a:defRPr>
            </a:lvl2pPr>
            <a:lvl3pPr>
              <a:defRPr sz="2625" b="1">
                <a:solidFill>
                  <a:srgbClr val="FFFFFF"/>
                </a:solidFill>
                <a:latin typeface="Plus Jakarta Sans"/>
                <a:ea typeface="Plus Jakarta Sans"/>
                <a:cs typeface="Plus Jakarta Sans"/>
              </a:defRPr>
            </a:lvl3pPr>
            <a:lvl4pPr>
              <a:defRPr sz="2625" b="1">
                <a:solidFill>
                  <a:srgbClr val="FFFFFF"/>
                </a:solidFill>
                <a:latin typeface="Plus Jakarta Sans"/>
                <a:ea typeface="Plus Jakarta Sans"/>
                <a:cs typeface="Plus Jakarta Sans"/>
              </a:defRPr>
            </a:lvl4pPr>
            <a:lvl5pPr>
              <a:defRPr sz="2625" b="1">
                <a:solidFill>
                  <a:srgbClr val="FFFFFF"/>
                </a:solidFill>
                <a:latin typeface="Plus Jakarta Sans"/>
                <a:ea typeface="Plus Jakarta Sans"/>
                <a:cs typeface="Plus Jakarta Sans"/>
              </a:defRPr>
            </a:lvl5pPr>
            <a:lvl6pPr>
              <a:defRPr sz="2625" b="1">
                <a:solidFill>
                  <a:srgbClr val="FFFFFF"/>
                </a:solidFill>
                <a:latin typeface="Plus Jakarta Sans"/>
                <a:ea typeface="Plus Jakarta Sans"/>
                <a:cs typeface="Plus Jakarta Sans"/>
              </a:defRPr>
            </a:lvl6pPr>
            <a:lvl7pPr>
              <a:defRPr sz="2625" b="1">
                <a:solidFill>
                  <a:srgbClr val="FFFFFF"/>
                </a:solidFill>
                <a:latin typeface="Plus Jakarta Sans"/>
                <a:ea typeface="Plus Jakarta Sans"/>
                <a:cs typeface="Plus Jakarta Sans"/>
              </a:defRPr>
            </a:lvl7pPr>
            <a:lvl8pPr>
              <a:defRPr sz="2625" b="1">
                <a:solidFill>
                  <a:srgbClr val="FFFFFF"/>
                </a:solidFill>
                <a:latin typeface="Plus Jakarta Sans"/>
                <a:ea typeface="Plus Jakarta Sans"/>
                <a:cs typeface="Plus Jakarta Sans"/>
              </a:defRPr>
            </a:lvl8pPr>
            <a:lvl9pPr>
              <a:defRPr sz="2625" b="1">
                <a:solidFill>
                  <a:srgbClr val="FFFFFF"/>
                </a:solidFill>
                <a:latin typeface="Plus Jakarta Sans"/>
                <a:ea typeface="Plus Jakarta Sans"/>
                <a:cs typeface="Plus Jakarta Sans"/>
              </a:defRPr>
            </a:lvl9pPr>
          </a:lstStyle>
          <a:p xmlns:a="http://schemas.openxmlformats.org/drawingml/2006/main">
            <a:pPr>
              <a:defRPr sz="2625" b="1">
                <a:solidFill>
                  <a:srgbClr val="FFFFFF"/>
                </a:solidFill>
                <a:latin typeface="Plus Jakarta Sans"/>
                <a:ea typeface="Plus Jakarta Sans"/>
                <a:cs typeface="Plus Jakarta Sans"/>
              </a:defRPr>
            </a:pPr>
            <a:r>
              <a:rPr sz="2625" b="1">
                <a:solidFill>
                  <a:srgbClr val="FFFFFF"/>
                </a:solidFill>
                <a:latin typeface="Plus Jakarta Sans"/>
                <a:ea typeface="Plus Jakarta Sans"/>
                <a:cs typeface="Plus Jakarta Sans"/>
              </a:rPr>
              <a:t>People, purpose and a shared table</a:t>
            </a:r>
          </a:p>
        </p:txBody>
      </p:sp>
      <p:pic>
        <p:nvPicPr>
          <p:cNvPr id="5" name="">
            <a:extLst xmlns:a="http://schemas.openxmlformats.org/drawingml/2006/main">
              <a:ext uri="{FF2B5EF4-FFF2-40B4-BE49-F238E27FC236}">
                <a16:creationId xmlns:a16="http://schemas.microsoft.com/office/drawing/2014/main" id="{11EBC205-5E74-4BAE-8933-3D2B07E703DB}"/>
              </a:ext>
            </a:extLst>
          </p:cNvPr>
          <p:cNvPicPr>
            <a:picLocks xmlns:a="http://schemas.openxmlformats.org/drawingml/2006/main" noChangeAspect="1"/>
          </p:cNvPicPr>
          <p:nvPr/>
        </p:nvPicPr>
        <p:blipFill>
          <a:blip xmlns:r="http://schemas.openxmlformats.org/officeDocument/2006/relationships" xmlns:a="http://schemas.openxmlformats.org/drawingml/2006/main" r:embed="R22d74f1908c84274"/>
          <a:stretch xmlns:a="http://schemas.openxmlformats.org/drawingml/2006/main"/>
        </p:blipFill>
        <p:spPr>
          <a:xfrm xmlns:a="http://schemas.openxmlformats.org/drawingml/2006/main">
            <a:off x="723900" y="2047875"/>
            <a:ext cx="6886575" cy="2381250"/>
          </a:xfrm>
          <a:prstGeom xmlns:a="http://schemas.openxmlformats.org/drawingml/2006/main" prst="roundRect">
            <a:avLst>
              <a:gd name="adj" fmla="val 6400"/>
            </a:avLst>
          </a:prstGeom>
        </p:spPr>
      </p:pic>
      <p:pic>
        <p:nvPicPr>
          <p:cNvPr id="6" name="">
            <a:extLst xmlns:a="http://schemas.openxmlformats.org/drawingml/2006/main">
              <a:ext uri="{FF2B5EF4-FFF2-40B4-BE49-F238E27FC236}">
                <a16:creationId xmlns:a16="http://schemas.microsoft.com/office/drawing/2014/main" id="{02AF98A5-5074-4606-B312-4B9C2195E201}"/>
              </a:ext>
            </a:extLst>
          </p:cNvPr>
          <p:cNvPicPr>
            <a:picLocks xmlns:a="http://schemas.openxmlformats.org/drawingml/2006/main" noChangeAspect="1"/>
          </p:cNvPicPr>
          <p:nvPr/>
        </p:nvPicPr>
        <p:blipFill>
          <a:blip xmlns:r="http://schemas.openxmlformats.org/officeDocument/2006/relationships" xmlns:a="http://schemas.openxmlformats.org/drawingml/2006/main" r:embed="R6d3280a20efd40ca"/>
          <a:stretch xmlns:a="http://schemas.openxmlformats.org/drawingml/2006/main"/>
        </p:blipFill>
        <p:spPr>
          <a:xfrm xmlns:a="http://schemas.openxmlformats.org/drawingml/2006/main">
            <a:off x="7953375" y="2047875"/>
            <a:ext cx="2809875" cy="2381250"/>
          </a:xfrm>
          <a:prstGeom xmlns:a="http://schemas.openxmlformats.org/drawingml/2006/main" prst="roundRect">
            <a:avLst>
              <a:gd name="adj" fmla="val 6400"/>
            </a:avLst>
          </a:prstGeom>
        </p:spPr>
      </p:pic>
      <p:pic>
        <p:nvPicPr>
          <p:cNvPr id="7" name="">
            <a:extLst xmlns:a="http://schemas.openxmlformats.org/drawingml/2006/main">
              <a:ext uri="{FF2B5EF4-FFF2-40B4-BE49-F238E27FC236}">
                <a16:creationId xmlns:a16="http://schemas.microsoft.com/office/drawing/2014/main" id="{10CEB2F8-5451-434A-8F78-B1282B3AAFEE}"/>
              </a:ext>
            </a:extLst>
          </p:cNvPr>
          <p:cNvPicPr>
            <a:picLocks xmlns:a="http://schemas.openxmlformats.org/drawingml/2006/main" noChangeAspect="1"/>
          </p:cNvPicPr>
          <p:nvPr/>
        </p:nvPicPr>
        <p:blipFill>
          <a:blip xmlns:r="http://schemas.openxmlformats.org/officeDocument/2006/relationships" xmlns:a="http://schemas.openxmlformats.org/drawingml/2006/main" r:embed="Rcad743db151a4a4d"/>
          <a:stretch xmlns:a="http://schemas.openxmlformats.org/drawingml/2006/main"/>
        </p:blipFill>
        <p:spPr>
          <a:xfrm xmlns:a="http://schemas.openxmlformats.org/drawingml/2006/main">
            <a:off x="723900" y="4724400"/>
            <a:ext cx="3000375" cy="1362075"/>
          </a:xfrm>
          <a:prstGeom xmlns:a="http://schemas.openxmlformats.org/drawingml/2006/main" prst="roundRect">
            <a:avLst>
              <a:gd name="adj" fmla="val 11189"/>
            </a:avLst>
          </a:prstGeom>
        </p:spPr>
      </p:pic>
      <p:sp>
        <p:nvSpPr>
          <p:cNvPr id="8" name="photo record narrative">
            <a:extLst xmlns:a="http://schemas.openxmlformats.org/drawingml/2006/main">
              <a:ext uri="{FF2B5EF4-FFF2-40B4-BE49-F238E27FC236}">
                <a16:creationId xmlns:a16="http://schemas.microsoft.com/office/drawing/2014/main" id="{ACB0423A-AA73-4B9A-8DBD-3442AC9AAA8D}"/>
              </a:ext>
            </a:extLst>
          </p:cNvPr>
          <p:cNvSpPr>
            <a:spLocks xmlns:a="http://schemas.openxmlformats.org/drawingml/2006/main" noGrp="1"/>
          </p:cNvSpPr>
          <p:nvPr/>
        </p:nvSpPr>
        <p:spPr>
          <a:xfrm xmlns:a="http://schemas.openxmlformats.org/drawingml/2006/main">
            <a:off x="4076700" y="4895850"/>
            <a:ext cx="6096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75">
                <a:solidFill>
                  <a:srgbClr val="D8E9E8"/>
                </a:solidFill>
                <a:latin typeface="Plus Jakarta Sans"/>
                <a:ea typeface="Plus Jakarta Sans"/>
                <a:cs typeface="Plus Jakarta Sans"/>
              </a:defRPr>
            </a:defPPr>
            <a:lvl1pPr>
              <a:defRPr sz="1275">
                <a:solidFill>
                  <a:srgbClr val="D8E9E8"/>
                </a:solidFill>
                <a:latin typeface="Plus Jakarta Sans"/>
                <a:ea typeface="Plus Jakarta Sans"/>
                <a:cs typeface="Plus Jakarta Sans"/>
              </a:defRPr>
            </a:lvl1pPr>
            <a:lvl2pPr>
              <a:defRPr sz="1275">
                <a:solidFill>
                  <a:srgbClr val="D8E9E8"/>
                </a:solidFill>
                <a:latin typeface="Plus Jakarta Sans"/>
                <a:ea typeface="Plus Jakarta Sans"/>
                <a:cs typeface="Plus Jakarta Sans"/>
              </a:defRPr>
            </a:lvl2pPr>
            <a:lvl3pPr>
              <a:defRPr sz="1275">
                <a:solidFill>
                  <a:srgbClr val="D8E9E8"/>
                </a:solidFill>
                <a:latin typeface="Plus Jakarta Sans"/>
                <a:ea typeface="Plus Jakarta Sans"/>
                <a:cs typeface="Plus Jakarta Sans"/>
              </a:defRPr>
            </a:lvl3pPr>
            <a:lvl4pPr>
              <a:defRPr sz="1275">
                <a:solidFill>
                  <a:srgbClr val="D8E9E8"/>
                </a:solidFill>
                <a:latin typeface="Plus Jakarta Sans"/>
                <a:ea typeface="Plus Jakarta Sans"/>
                <a:cs typeface="Plus Jakarta Sans"/>
              </a:defRPr>
            </a:lvl4pPr>
            <a:lvl5pPr>
              <a:defRPr sz="1275">
                <a:solidFill>
                  <a:srgbClr val="D8E9E8"/>
                </a:solidFill>
                <a:latin typeface="Plus Jakarta Sans"/>
                <a:ea typeface="Plus Jakarta Sans"/>
                <a:cs typeface="Plus Jakarta Sans"/>
              </a:defRPr>
            </a:lvl5pPr>
            <a:lvl6pPr>
              <a:defRPr sz="1275">
                <a:solidFill>
                  <a:srgbClr val="D8E9E8"/>
                </a:solidFill>
                <a:latin typeface="Plus Jakarta Sans"/>
                <a:ea typeface="Plus Jakarta Sans"/>
                <a:cs typeface="Plus Jakarta Sans"/>
              </a:defRPr>
            </a:lvl6pPr>
            <a:lvl7pPr>
              <a:defRPr sz="1275">
                <a:solidFill>
                  <a:srgbClr val="D8E9E8"/>
                </a:solidFill>
                <a:latin typeface="Plus Jakarta Sans"/>
                <a:ea typeface="Plus Jakarta Sans"/>
                <a:cs typeface="Plus Jakarta Sans"/>
              </a:defRPr>
            </a:lvl7pPr>
            <a:lvl8pPr>
              <a:defRPr sz="1275">
                <a:solidFill>
                  <a:srgbClr val="D8E9E8"/>
                </a:solidFill>
                <a:latin typeface="Plus Jakarta Sans"/>
                <a:ea typeface="Plus Jakarta Sans"/>
                <a:cs typeface="Plus Jakarta Sans"/>
              </a:defRPr>
            </a:lvl8pPr>
            <a:lvl9pPr>
              <a:defRPr sz="1275">
                <a:solidFill>
                  <a:srgbClr val="D8E9E8"/>
                </a:solidFill>
                <a:latin typeface="Plus Jakarta Sans"/>
                <a:ea typeface="Plus Jakarta Sans"/>
                <a:cs typeface="Plus Jakarta Sans"/>
              </a:defRPr>
            </a:lvl9pPr>
          </a:lstStyle>
          <a:p xmlns:a="http://schemas.openxmlformats.org/drawingml/2006/main">
            <a:pPr>
              <a:defRPr sz="1275">
                <a:solidFill>
                  <a:srgbClr val="D8E9E8"/>
                </a:solidFill>
                <a:latin typeface="Plus Jakarta Sans"/>
                <a:ea typeface="Plus Jakarta Sans"/>
                <a:cs typeface="Plus Jakarta Sans"/>
              </a:defRPr>
            </a:pPr>
            <a:r>
              <a:rPr sz="1275">
                <a:solidFill>
                  <a:srgbClr val="D8E9E8"/>
                </a:solidFill>
                <a:latin typeface="Plus Jakarta Sans"/>
                <a:ea typeface="Plus Jakarta Sans"/>
                <a:cs typeface="Plus Jakarta Sans"/>
              </a:rPr>
              <a:t>The summit’s real record is not only the agenda. It is the people exchanging perspectives, taking the stage, celebrating each other and giving time to the Śrī volunteer activity.</a:t>
            </a:r>
          </a:p>
        </p:txBody>
      </p:sp>
      <p:sp>
        <p:nvSpPr>
          <p:cNvPr id="9" name="photo record accent">
            <a:extLst xmlns:a="http://schemas.openxmlformats.org/drawingml/2006/main">
              <a:ext uri="{FF2B5EF4-FFF2-40B4-BE49-F238E27FC236}">
                <a16:creationId xmlns:a16="http://schemas.microsoft.com/office/drawing/2014/main" id="{4D387C24-CA1B-4048-9A45-E9563F7E6EC0}"/>
              </a:ext>
            </a:extLst>
          </p:cNvPr>
          <p:cNvSpPr>
            <a:spLocks xmlns:a="http://schemas.openxmlformats.org/drawingml/2006/main" noGrp="1"/>
          </p:cNvSpPr>
          <p:nvPr/>
        </p:nvSpPr>
        <p:spPr>
          <a:xfrm xmlns:a="http://schemas.openxmlformats.org/drawingml/2006/main">
            <a:off x="4076700" y="5829300"/>
            <a:ext cx="590550" cy="28575"/>
          </a:xfrm>
          <a:prstGeom xmlns:a="http://schemas.openxmlformats.org/drawingml/2006/main" prst="rect">
            <a:avLst/>
          </a:prstGeom>
          <a:solidFill xmlns:a="http://schemas.openxmlformats.org/drawingml/2006/main">
            <a:srgbClr val="F15D2B"/>
          </a:solidFill>
          <a:ln xmlns:a="http://schemas.openxmlformats.org/drawingml/2006/main" w="0">
            <a:noFill/>
            <a:prstDash val="solid"/>
          </a:ln>
        </p:spPr>
      </p:sp>
      <p:sp>
        <p:nvSpPr>
          <p:cNvPr id="10" name="photo record statement">
            <a:extLst xmlns:a="http://schemas.openxmlformats.org/drawingml/2006/main">
              <a:ext uri="{FF2B5EF4-FFF2-40B4-BE49-F238E27FC236}">
                <a16:creationId xmlns:a16="http://schemas.microsoft.com/office/drawing/2014/main" id="{F2D1C4A8-67CE-4542-8C7A-904FF2DD77EF}"/>
              </a:ext>
            </a:extLst>
          </p:cNvPr>
          <p:cNvSpPr>
            <a:spLocks xmlns:a="http://schemas.openxmlformats.org/drawingml/2006/main" noGrp="1"/>
          </p:cNvSpPr>
          <p:nvPr/>
        </p:nvSpPr>
        <p:spPr>
          <a:xfrm xmlns:a="http://schemas.openxmlformats.org/drawingml/2006/main">
            <a:off x="4076700" y="6029325"/>
            <a:ext cx="619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650" b="1">
                <a:solidFill>
                  <a:srgbClr val="FFFFFF"/>
                </a:solidFill>
                <a:latin typeface="Plus Jakarta Sans"/>
                <a:ea typeface="Plus Jakarta Sans"/>
                <a:cs typeface="Plus Jakarta Sans"/>
              </a:defRPr>
            </a:defPPr>
            <a:lvl1pPr>
              <a:defRPr sz="1650" b="1">
                <a:solidFill>
                  <a:srgbClr val="FFFFFF"/>
                </a:solidFill>
                <a:latin typeface="Plus Jakarta Sans"/>
                <a:ea typeface="Plus Jakarta Sans"/>
                <a:cs typeface="Plus Jakarta Sans"/>
              </a:defRPr>
            </a:lvl1pPr>
            <a:lvl2pPr>
              <a:defRPr sz="1650" b="1">
                <a:solidFill>
                  <a:srgbClr val="FFFFFF"/>
                </a:solidFill>
                <a:latin typeface="Plus Jakarta Sans"/>
                <a:ea typeface="Plus Jakarta Sans"/>
                <a:cs typeface="Plus Jakarta Sans"/>
              </a:defRPr>
            </a:lvl2pPr>
            <a:lvl3pPr>
              <a:defRPr sz="1650" b="1">
                <a:solidFill>
                  <a:srgbClr val="FFFFFF"/>
                </a:solidFill>
                <a:latin typeface="Plus Jakarta Sans"/>
                <a:ea typeface="Plus Jakarta Sans"/>
                <a:cs typeface="Plus Jakarta Sans"/>
              </a:defRPr>
            </a:lvl3pPr>
            <a:lvl4pPr>
              <a:defRPr sz="1650" b="1">
                <a:solidFill>
                  <a:srgbClr val="FFFFFF"/>
                </a:solidFill>
                <a:latin typeface="Plus Jakarta Sans"/>
                <a:ea typeface="Plus Jakarta Sans"/>
                <a:cs typeface="Plus Jakarta Sans"/>
              </a:defRPr>
            </a:lvl4pPr>
            <a:lvl5pPr>
              <a:defRPr sz="1650" b="1">
                <a:solidFill>
                  <a:srgbClr val="FFFFFF"/>
                </a:solidFill>
                <a:latin typeface="Plus Jakarta Sans"/>
                <a:ea typeface="Plus Jakarta Sans"/>
                <a:cs typeface="Plus Jakarta Sans"/>
              </a:defRPr>
            </a:lvl5pPr>
            <a:lvl6pPr>
              <a:defRPr sz="1650" b="1">
                <a:solidFill>
                  <a:srgbClr val="FFFFFF"/>
                </a:solidFill>
                <a:latin typeface="Plus Jakarta Sans"/>
                <a:ea typeface="Plus Jakarta Sans"/>
                <a:cs typeface="Plus Jakarta Sans"/>
              </a:defRPr>
            </a:lvl6pPr>
            <a:lvl7pPr>
              <a:defRPr sz="1650" b="1">
                <a:solidFill>
                  <a:srgbClr val="FFFFFF"/>
                </a:solidFill>
                <a:latin typeface="Plus Jakarta Sans"/>
                <a:ea typeface="Plus Jakarta Sans"/>
                <a:cs typeface="Plus Jakarta Sans"/>
              </a:defRPr>
            </a:lvl7pPr>
            <a:lvl8pPr>
              <a:defRPr sz="1650" b="1">
                <a:solidFill>
                  <a:srgbClr val="FFFFFF"/>
                </a:solidFill>
                <a:latin typeface="Plus Jakarta Sans"/>
                <a:ea typeface="Plus Jakarta Sans"/>
                <a:cs typeface="Plus Jakarta Sans"/>
              </a:defRPr>
            </a:lvl8pPr>
            <a:lvl9pPr>
              <a:defRPr sz="1650" b="1">
                <a:solidFill>
                  <a:srgbClr val="FFFFFF"/>
                </a:solidFill>
                <a:latin typeface="Plus Jakarta Sans"/>
                <a:ea typeface="Plus Jakarta Sans"/>
                <a:cs typeface="Plus Jakarta Sans"/>
              </a:defRPr>
            </a:lvl9pPr>
          </a:lstStyle>
          <a:p xmlns:a="http://schemas.openxmlformats.org/drawingml/2006/main">
            <a:pPr>
              <a:defRPr sz="1650" b="1">
                <a:solidFill>
                  <a:srgbClr val="FFFFFF"/>
                </a:solidFill>
                <a:latin typeface="Plus Jakarta Sans"/>
                <a:ea typeface="Plus Jakarta Sans"/>
                <a:cs typeface="Plus Jakarta Sans"/>
              </a:defRPr>
            </a:pPr>
            <a:r>
              <a:rPr sz="1650" b="1">
                <a:solidFill>
                  <a:srgbClr val="FFFFFF"/>
                </a:solidFill>
                <a:latin typeface="Plus Jakarta Sans"/>
                <a:ea typeface="Plus Jakarta Sans"/>
                <a:cs typeface="Plus Jakarta Sans"/>
              </a:rPr>
              <a:t>350+ people. One shared story.</a:t>
            </a:r>
          </a:p>
        </p:txBody>
      </p:sp>
      <p:sp>
        <p:nvSpPr>
          <p:cNvPr id="11" name="footer line">
            <a:extLst xmlns:a="http://schemas.openxmlformats.org/drawingml/2006/main">
              <a:ext uri="{FF2B5EF4-FFF2-40B4-BE49-F238E27FC236}">
                <a16:creationId xmlns:a16="http://schemas.microsoft.com/office/drawing/2014/main" id="{FA0EC09D-4E96-4A9A-B3AF-2548727B696D}"/>
              </a:ext>
            </a:extLst>
          </p:cNvPr>
          <p:cNvSpPr>
            <a:spLocks xmlns:a="http://schemas.openxmlformats.org/drawingml/2006/main" noGrp="1"/>
          </p:cNvSpPr>
          <p:nvPr/>
        </p:nvSpPr>
        <p:spPr>
          <a:xfrm xmlns:a="http://schemas.openxmlformats.org/drawingml/2006/main">
            <a:off x="723900" y="6362700"/>
            <a:ext cx="10744200" cy="9525"/>
          </a:xfrm>
          <a:prstGeom xmlns:a="http://schemas.openxmlformats.org/drawingml/2006/main" prst="rect">
            <a:avLst/>
          </a:prstGeom>
          <a:solidFill xmlns:a="http://schemas.openxmlformats.org/drawingml/2006/main">
            <a:srgbClr val="73B9C0"/>
          </a:solidFill>
          <a:ln xmlns:a="http://schemas.openxmlformats.org/drawingml/2006/main" w="0">
            <a:noFill/>
            <a:prstDash val="solid"/>
          </a:ln>
        </p:spPr>
      </p:sp>
      <p:sp>
        <p:nvSpPr>
          <p:cNvPr id="12" name="footer event name">
            <a:extLst xmlns:a="http://schemas.openxmlformats.org/drawingml/2006/main">
              <a:ext uri="{FF2B5EF4-FFF2-40B4-BE49-F238E27FC236}">
                <a16:creationId xmlns:a16="http://schemas.microsoft.com/office/drawing/2014/main" id="{EAE20F77-207F-42DF-924A-01A12F4AADA9}"/>
              </a:ext>
            </a:extLst>
          </p:cNvPr>
          <p:cNvSpPr>
            <a:spLocks xmlns:a="http://schemas.openxmlformats.org/drawingml/2006/main" noGrp="1"/>
          </p:cNvSpPr>
          <p:nvPr/>
        </p:nvSpPr>
        <p:spPr>
          <a:xfrm xmlns:a="http://schemas.openxmlformats.org/drawingml/2006/main">
            <a:off x="7239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750" b="1">
                <a:solidFill>
                  <a:srgbClr val="D8E9E8"/>
                </a:solidFill>
                <a:latin typeface="Plus Jakarta Sans"/>
                <a:ea typeface="Plus Jakarta Sans"/>
                <a:cs typeface="Plus Jakarta Sans"/>
              </a:defRPr>
            </a:defPPr>
            <a:lvl1pPr>
              <a:defRPr sz="750" b="1">
                <a:solidFill>
                  <a:srgbClr val="D8E9E8"/>
                </a:solidFill>
                <a:latin typeface="Plus Jakarta Sans"/>
                <a:ea typeface="Plus Jakarta Sans"/>
                <a:cs typeface="Plus Jakarta Sans"/>
              </a:defRPr>
            </a:lvl1pPr>
            <a:lvl2pPr>
              <a:defRPr sz="750" b="1">
                <a:solidFill>
                  <a:srgbClr val="D8E9E8"/>
                </a:solidFill>
                <a:latin typeface="Plus Jakarta Sans"/>
                <a:ea typeface="Plus Jakarta Sans"/>
                <a:cs typeface="Plus Jakarta Sans"/>
              </a:defRPr>
            </a:lvl2pPr>
            <a:lvl3pPr>
              <a:defRPr sz="750" b="1">
                <a:solidFill>
                  <a:srgbClr val="D8E9E8"/>
                </a:solidFill>
                <a:latin typeface="Plus Jakarta Sans"/>
                <a:ea typeface="Plus Jakarta Sans"/>
                <a:cs typeface="Plus Jakarta Sans"/>
              </a:defRPr>
            </a:lvl3pPr>
            <a:lvl4pPr>
              <a:defRPr sz="750" b="1">
                <a:solidFill>
                  <a:srgbClr val="D8E9E8"/>
                </a:solidFill>
                <a:latin typeface="Plus Jakarta Sans"/>
                <a:ea typeface="Plus Jakarta Sans"/>
                <a:cs typeface="Plus Jakarta Sans"/>
              </a:defRPr>
            </a:lvl4pPr>
            <a:lvl5pPr>
              <a:defRPr sz="750" b="1">
                <a:solidFill>
                  <a:srgbClr val="D8E9E8"/>
                </a:solidFill>
                <a:latin typeface="Plus Jakarta Sans"/>
                <a:ea typeface="Plus Jakarta Sans"/>
                <a:cs typeface="Plus Jakarta Sans"/>
              </a:defRPr>
            </a:lvl5pPr>
            <a:lvl6pPr>
              <a:defRPr sz="750" b="1">
                <a:solidFill>
                  <a:srgbClr val="D8E9E8"/>
                </a:solidFill>
                <a:latin typeface="Plus Jakarta Sans"/>
                <a:ea typeface="Plus Jakarta Sans"/>
                <a:cs typeface="Plus Jakarta Sans"/>
              </a:defRPr>
            </a:lvl6pPr>
            <a:lvl7pPr>
              <a:defRPr sz="750" b="1">
                <a:solidFill>
                  <a:srgbClr val="D8E9E8"/>
                </a:solidFill>
                <a:latin typeface="Plus Jakarta Sans"/>
                <a:ea typeface="Plus Jakarta Sans"/>
                <a:cs typeface="Plus Jakarta Sans"/>
              </a:defRPr>
            </a:lvl7pPr>
            <a:lvl8pPr>
              <a:defRPr sz="750" b="1">
                <a:solidFill>
                  <a:srgbClr val="D8E9E8"/>
                </a:solidFill>
                <a:latin typeface="Plus Jakarta Sans"/>
                <a:ea typeface="Plus Jakarta Sans"/>
                <a:cs typeface="Plus Jakarta Sans"/>
              </a:defRPr>
            </a:lvl8pPr>
            <a:lvl9pPr>
              <a:defRPr sz="750" b="1">
                <a:solidFill>
                  <a:srgbClr val="D8E9E8"/>
                </a:solidFill>
                <a:latin typeface="Plus Jakarta Sans"/>
                <a:ea typeface="Plus Jakarta Sans"/>
                <a:cs typeface="Plus Jakarta Sans"/>
              </a:defRPr>
            </a:lvl9pPr>
          </a:lstStyle>
          <a:p xmlns:a="http://schemas.openxmlformats.org/drawingml/2006/main">
            <a:pPr>
              <a:defRPr sz="750" b="1">
                <a:solidFill>
                  <a:srgbClr val="D8E9E8"/>
                </a:solidFill>
                <a:latin typeface="Plus Jakarta Sans"/>
                <a:ea typeface="Plus Jakarta Sans"/>
                <a:cs typeface="Plus Jakarta Sans"/>
              </a:defRPr>
            </a:pPr>
            <a:r>
              <a:rPr sz="750" b="1">
                <a:solidFill>
                  <a:srgbClr val="D8E9E8"/>
                </a:solidFill>
                <a:latin typeface="Plus Jakarta Sans"/>
                <a:ea typeface="Plus Jakarta Sans"/>
                <a:cs typeface="Plus Jakarta Sans"/>
              </a:rPr>
              <a:t>ODYSSEY, PARTNER SUMMIT ’26</a:t>
            </a:r>
          </a:p>
        </p:txBody>
      </p:sp>
      <p:sp>
        <p:nvSpPr>
          <p:cNvPr id="13" name="footer page number">
            <a:extLst xmlns:a="http://schemas.openxmlformats.org/drawingml/2006/main">
              <a:ext uri="{FF2B5EF4-FFF2-40B4-BE49-F238E27FC236}">
                <a16:creationId xmlns:a16="http://schemas.microsoft.com/office/drawing/2014/main" id="{C72B617F-9472-49CA-8DC0-7798592A2B34}"/>
              </a:ext>
            </a:extLst>
          </p:cNvPr>
          <p:cNvSpPr>
            <a:spLocks xmlns:a="http://schemas.openxmlformats.org/drawingml/2006/main" noGrp="1"/>
          </p:cNvSpPr>
          <p:nvPr/>
        </p:nvSpPr>
        <p:spPr>
          <a:xfrm xmlns:a="http://schemas.openxmlformats.org/drawingml/2006/main">
            <a:off x="11106150" y="6486525"/>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750" b="1">
                <a:solidFill>
                  <a:srgbClr val="D8E9E8"/>
                </a:solidFill>
                <a:latin typeface="Plus Jakarta Sans"/>
                <a:ea typeface="Plus Jakarta Sans"/>
                <a:cs typeface="Plus Jakarta Sans"/>
              </a:defRPr>
            </a:defPPr>
            <a:lvl1pPr algn="r">
              <a:defRPr sz="750" b="1">
                <a:solidFill>
                  <a:srgbClr val="D8E9E8"/>
                </a:solidFill>
                <a:latin typeface="Plus Jakarta Sans"/>
                <a:ea typeface="Plus Jakarta Sans"/>
                <a:cs typeface="Plus Jakarta Sans"/>
              </a:defRPr>
            </a:lvl1pPr>
            <a:lvl2pPr algn="r">
              <a:defRPr sz="750" b="1">
                <a:solidFill>
                  <a:srgbClr val="D8E9E8"/>
                </a:solidFill>
                <a:latin typeface="Plus Jakarta Sans"/>
                <a:ea typeface="Plus Jakarta Sans"/>
                <a:cs typeface="Plus Jakarta Sans"/>
              </a:defRPr>
            </a:lvl2pPr>
            <a:lvl3pPr algn="r">
              <a:defRPr sz="750" b="1">
                <a:solidFill>
                  <a:srgbClr val="D8E9E8"/>
                </a:solidFill>
                <a:latin typeface="Plus Jakarta Sans"/>
                <a:ea typeface="Plus Jakarta Sans"/>
                <a:cs typeface="Plus Jakarta Sans"/>
              </a:defRPr>
            </a:lvl3pPr>
            <a:lvl4pPr algn="r">
              <a:defRPr sz="750" b="1">
                <a:solidFill>
                  <a:srgbClr val="D8E9E8"/>
                </a:solidFill>
                <a:latin typeface="Plus Jakarta Sans"/>
                <a:ea typeface="Plus Jakarta Sans"/>
                <a:cs typeface="Plus Jakarta Sans"/>
              </a:defRPr>
            </a:lvl4pPr>
            <a:lvl5pPr algn="r">
              <a:defRPr sz="750" b="1">
                <a:solidFill>
                  <a:srgbClr val="D8E9E8"/>
                </a:solidFill>
                <a:latin typeface="Plus Jakarta Sans"/>
                <a:ea typeface="Plus Jakarta Sans"/>
                <a:cs typeface="Plus Jakarta Sans"/>
              </a:defRPr>
            </a:lvl5pPr>
            <a:lvl6pPr algn="r">
              <a:defRPr sz="750" b="1">
                <a:solidFill>
                  <a:srgbClr val="D8E9E8"/>
                </a:solidFill>
                <a:latin typeface="Plus Jakarta Sans"/>
                <a:ea typeface="Plus Jakarta Sans"/>
                <a:cs typeface="Plus Jakarta Sans"/>
              </a:defRPr>
            </a:lvl6pPr>
            <a:lvl7pPr algn="r">
              <a:defRPr sz="750" b="1">
                <a:solidFill>
                  <a:srgbClr val="D8E9E8"/>
                </a:solidFill>
                <a:latin typeface="Plus Jakarta Sans"/>
                <a:ea typeface="Plus Jakarta Sans"/>
                <a:cs typeface="Plus Jakarta Sans"/>
              </a:defRPr>
            </a:lvl7pPr>
            <a:lvl8pPr algn="r">
              <a:defRPr sz="750" b="1">
                <a:solidFill>
                  <a:srgbClr val="D8E9E8"/>
                </a:solidFill>
                <a:latin typeface="Plus Jakarta Sans"/>
                <a:ea typeface="Plus Jakarta Sans"/>
                <a:cs typeface="Plus Jakarta Sans"/>
              </a:defRPr>
            </a:lvl8pPr>
            <a:lvl9pPr algn="r">
              <a:defRPr sz="750" b="1">
                <a:solidFill>
                  <a:srgbClr val="D8E9E8"/>
                </a:solidFill>
                <a:latin typeface="Plus Jakarta Sans"/>
                <a:ea typeface="Plus Jakarta Sans"/>
                <a:cs typeface="Plus Jakarta Sans"/>
              </a:defRPr>
            </a:lvl9pPr>
          </a:lstStyle>
          <a:p xmlns:a="http://schemas.openxmlformats.org/drawingml/2006/main">
            <a:pPr algn="r">
              <a:defRPr sz="750" b="1">
                <a:solidFill>
                  <a:srgbClr val="D8E9E8"/>
                </a:solidFill>
                <a:latin typeface="Plus Jakarta Sans"/>
                <a:ea typeface="Plus Jakarta Sans"/>
                <a:cs typeface="Plus Jakarta Sans"/>
              </a:defRPr>
            </a:pPr>
            <a:r>
              <a:rPr sz="750" b="1">
                <a:solidFill>
                  <a:srgbClr val="D8E9E8"/>
                </a:solidFill>
                <a:latin typeface="Plus Jakarta Sans"/>
                <a:ea typeface="Plus Jakarta Sans"/>
                <a:cs typeface="Plus Jakarta Sans"/>
              </a:rPr>
              <a:t>06</a:t>
            </a:r>
          </a:p>
        </p:txBody>
      </p:sp>
    </p:spTree>
    <p:extLst>
      <p:ext uri="{BB962C8B-B14F-4D97-AF65-F5344CB8AC3E}">
        <p14:creationId xmlns:p14="http://schemas.microsoft.com/office/powerpoint/2010/main" val="195943348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label What we carry forward">
            <a:extLst xmlns:a="http://schemas.openxmlformats.org/drawingml/2006/main">
              <a:ext uri="{FF2B5EF4-FFF2-40B4-BE49-F238E27FC236}">
                <a16:creationId xmlns:a16="http://schemas.microsoft.com/office/drawing/2014/main" id="{EB7BDF65-0132-4B0A-904E-044C12AC8989}"/>
              </a:ext>
            </a:extLst>
          </p:cNvPr>
          <p:cNvSpPr>
            <a:spLocks xmlns:a="http://schemas.openxmlformats.org/drawingml/2006/main" noGrp="1"/>
          </p:cNvSpPr>
          <p:nvPr/>
        </p:nvSpPr>
        <p:spPr>
          <a:xfrm xmlns:a="http://schemas.openxmlformats.org/drawingml/2006/main">
            <a:off x="723900" y="514350"/>
            <a:ext cx="3238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b="1">
                <a:solidFill>
                  <a:srgbClr val="F15D2B"/>
                </a:solidFill>
                <a:latin typeface="Plus Jakarta Sans"/>
                <a:ea typeface="Plus Jakarta Sans"/>
                <a:cs typeface="Plus Jakarta Sans"/>
              </a:defRPr>
            </a:defPPr>
            <a:lvl1pPr>
              <a:defRPr sz="900" b="1">
                <a:solidFill>
                  <a:srgbClr val="F15D2B"/>
                </a:solidFill>
                <a:latin typeface="Plus Jakarta Sans"/>
                <a:ea typeface="Plus Jakarta Sans"/>
                <a:cs typeface="Plus Jakarta Sans"/>
              </a:defRPr>
            </a:lvl1pPr>
            <a:lvl2pPr>
              <a:defRPr sz="900" b="1">
                <a:solidFill>
                  <a:srgbClr val="F15D2B"/>
                </a:solidFill>
                <a:latin typeface="Plus Jakarta Sans"/>
                <a:ea typeface="Plus Jakarta Sans"/>
                <a:cs typeface="Plus Jakarta Sans"/>
              </a:defRPr>
            </a:lvl2pPr>
            <a:lvl3pPr>
              <a:defRPr sz="900" b="1">
                <a:solidFill>
                  <a:srgbClr val="F15D2B"/>
                </a:solidFill>
                <a:latin typeface="Plus Jakarta Sans"/>
                <a:ea typeface="Plus Jakarta Sans"/>
                <a:cs typeface="Plus Jakarta Sans"/>
              </a:defRPr>
            </a:lvl3pPr>
            <a:lvl4pPr>
              <a:defRPr sz="900" b="1">
                <a:solidFill>
                  <a:srgbClr val="F15D2B"/>
                </a:solidFill>
                <a:latin typeface="Plus Jakarta Sans"/>
                <a:ea typeface="Plus Jakarta Sans"/>
                <a:cs typeface="Plus Jakarta Sans"/>
              </a:defRPr>
            </a:lvl4pPr>
            <a:lvl5pPr>
              <a:defRPr sz="900" b="1">
                <a:solidFill>
                  <a:srgbClr val="F15D2B"/>
                </a:solidFill>
                <a:latin typeface="Plus Jakarta Sans"/>
                <a:ea typeface="Plus Jakarta Sans"/>
                <a:cs typeface="Plus Jakarta Sans"/>
              </a:defRPr>
            </a:lvl5pPr>
            <a:lvl6pPr>
              <a:defRPr sz="900" b="1">
                <a:solidFill>
                  <a:srgbClr val="F15D2B"/>
                </a:solidFill>
                <a:latin typeface="Plus Jakarta Sans"/>
                <a:ea typeface="Plus Jakarta Sans"/>
                <a:cs typeface="Plus Jakarta Sans"/>
              </a:defRPr>
            </a:lvl6pPr>
            <a:lvl7pPr>
              <a:defRPr sz="900" b="1">
                <a:solidFill>
                  <a:srgbClr val="F15D2B"/>
                </a:solidFill>
                <a:latin typeface="Plus Jakarta Sans"/>
                <a:ea typeface="Plus Jakarta Sans"/>
                <a:cs typeface="Plus Jakarta Sans"/>
              </a:defRPr>
            </a:lvl7pPr>
            <a:lvl8pPr>
              <a:defRPr sz="900" b="1">
                <a:solidFill>
                  <a:srgbClr val="F15D2B"/>
                </a:solidFill>
                <a:latin typeface="Plus Jakarta Sans"/>
                <a:ea typeface="Plus Jakarta Sans"/>
                <a:cs typeface="Plus Jakarta Sans"/>
              </a:defRPr>
            </a:lvl8pPr>
            <a:lvl9pPr>
              <a:defRPr sz="900" b="1">
                <a:solidFill>
                  <a:srgbClr val="F15D2B"/>
                </a:solidFill>
                <a:latin typeface="Plus Jakarta Sans"/>
                <a:ea typeface="Plus Jakarta Sans"/>
                <a:cs typeface="Plus Jakarta Sans"/>
              </a:defRPr>
            </a:lvl9pPr>
          </a:lstStyle>
          <a:p xmlns:a="http://schemas.openxmlformats.org/drawingml/2006/main">
            <a:pPr>
              <a:defRPr sz="900" b="1">
                <a:solidFill>
                  <a:srgbClr val="F15D2B"/>
                </a:solidFill>
                <a:latin typeface="Plus Jakarta Sans"/>
                <a:ea typeface="Plus Jakarta Sans"/>
                <a:cs typeface="Plus Jakarta Sans"/>
              </a:defRPr>
            </a:pPr>
            <a:r>
              <a:rPr sz="900" b="1">
                <a:solidFill>
                  <a:srgbClr val="F15D2B"/>
                </a:solidFill>
                <a:latin typeface="Plus Jakarta Sans"/>
                <a:ea typeface="Plus Jakarta Sans"/>
                <a:cs typeface="Plus Jakarta Sans"/>
              </a:rPr>
              <a:t>WHAT WE CARRY FORWARD</a:t>
            </a:r>
          </a:p>
        </p:txBody>
      </p:sp>
      <p:sp>
        <p:nvSpPr>
          <p:cNvPr id="2" name="forward heading">
            <a:extLst xmlns:a="http://schemas.openxmlformats.org/drawingml/2006/main">
              <a:ext uri="{FF2B5EF4-FFF2-40B4-BE49-F238E27FC236}">
                <a16:creationId xmlns:a16="http://schemas.microsoft.com/office/drawing/2014/main" id="{80E99971-CE20-41D5-B931-640AF070288E}"/>
              </a:ext>
            </a:extLst>
          </p:cNvPr>
          <p:cNvSpPr>
            <a:spLocks xmlns:a="http://schemas.openxmlformats.org/drawingml/2006/main" noGrp="1"/>
          </p:cNvSpPr>
          <p:nvPr/>
        </p:nvSpPr>
        <p:spPr>
          <a:xfrm xmlns:a="http://schemas.openxmlformats.org/drawingml/2006/main">
            <a:off x="723900" y="828675"/>
            <a:ext cx="8858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850" b="1">
                <a:solidFill>
                  <a:srgbClr val="215052"/>
                </a:solidFill>
                <a:latin typeface="Plus Jakarta Sans"/>
                <a:ea typeface="Plus Jakarta Sans"/>
                <a:cs typeface="Plus Jakarta Sans"/>
              </a:defRPr>
            </a:defPPr>
            <a:lvl1pPr>
              <a:defRPr sz="2850" b="1">
                <a:solidFill>
                  <a:srgbClr val="215052"/>
                </a:solidFill>
                <a:latin typeface="Plus Jakarta Sans"/>
                <a:ea typeface="Plus Jakarta Sans"/>
                <a:cs typeface="Plus Jakarta Sans"/>
              </a:defRPr>
            </a:lvl1pPr>
            <a:lvl2pPr>
              <a:defRPr sz="2850" b="1">
                <a:solidFill>
                  <a:srgbClr val="215052"/>
                </a:solidFill>
                <a:latin typeface="Plus Jakarta Sans"/>
                <a:ea typeface="Plus Jakarta Sans"/>
                <a:cs typeface="Plus Jakarta Sans"/>
              </a:defRPr>
            </a:lvl2pPr>
            <a:lvl3pPr>
              <a:defRPr sz="2850" b="1">
                <a:solidFill>
                  <a:srgbClr val="215052"/>
                </a:solidFill>
                <a:latin typeface="Plus Jakarta Sans"/>
                <a:ea typeface="Plus Jakarta Sans"/>
                <a:cs typeface="Plus Jakarta Sans"/>
              </a:defRPr>
            </a:lvl3pPr>
            <a:lvl4pPr>
              <a:defRPr sz="2850" b="1">
                <a:solidFill>
                  <a:srgbClr val="215052"/>
                </a:solidFill>
                <a:latin typeface="Plus Jakarta Sans"/>
                <a:ea typeface="Plus Jakarta Sans"/>
                <a:cs typeface="Plus Jakarta Sans"/>
              </a:defRPr>
            </a:lvl4pPr>
            <a:lvl5pPr>
              <a:defRPr sz="2850" b="1">
                <a:solidFill>
                  <a:srgbClr val="215052"/>
                </a:solidFill>
                <a:latin typeface="Plus Jakarta Sans"/>
                <a:ea typeface="Plus Jakarta Sans"/>
                <a:cs typeface="Plus Jakarta Sans"/>
              </a:defRPr>
            </a:lvl5pPr>
            <a:lvl6pPr>
              <a:defRPr sz="2850" b="1">
                <a:solidFill>
                  <a:srgbClr val="215052"/>
                </a:solidFill>
                <a:latin typeface="Plus Jakarta Sans"/>
                <a:ea typeface="Plus Jakarta Sans"/>
                <a:cs typeface="Plus Jakarta Sans"/>
              </a:defRPr>
            </a:lvl6pPr>
            <a:lvl7pPr>
              <a:defRPr sz="2850" b="1">
                <a:solidFill>
                  <a:srgbClr val="215052"/>
                </a:solidFill>
                <a:latin typeface="Plus Jakarta Sans"/>
                <a:ea typeface="Plus Jakarta Sans"/>
                <a:cs typeface="Plus Jakarta Sans"/>
              </a:defRPr>
            </a:lvl7pPr>
            <a:lvl8pPr>
              <a:defRPr sz="2850" b="1">
                <a:solidFill>
                  <a:srgbClr val="215052"/>
                </a:solidFill>
                <a:latin typeface="Plus Jakarta Sans"/>
                <a:ea typeface="Plus Jakarta Sans"/>
                <a:cs typeface="Plus Jakarta Sans"/>
              </a:defRPr>
            </a:lvl8pPr>
            <a:lvl9pPr>
              <a:defRPr sz="2850" b="1">
                <a:solidFill>
                  <a:srgbClr val="215052"/>
                </a:solidFill>
                <a:latin typeface="Plus Jakarta Sans"/>
                <a:ea typeface="Plus Jakarta Sans"/>
                <a:cs typeface="Plus Jakarta Sans"/>
              </a:defRPr>
            </a:lvl9pPr>
          </a:lstStyle>
          <a:p xmlns:a="http://schemas.openxmlformats.org/drawingml/2006/main">
            <a:pPr>
              <a:defRPr sz="2850" b="1">
                <a:solidFill>
                  <a:srgbClr val="215052"/>
                </a:solidFill>
                <a:latin typeface="Plus Jakarta Sans"/>
                <a:ea typeface="Plus Jakarta Sans"/>
                <a:cs typeface="Plus Jakarta Sans"/>
              </a:defRPr>
            </a:pPr>
            <a:r>
              <a:rPr sz="2850" b="1">
                <a:solidFill>
                  <a:srgbClr val="215052"/>
                </a:solidFill>
                <a:latin typeface="Plus Jakarta Sans"/>
                <a:ea typeface="Plus Jakarta Sans"/>
                <a:cs typeface="Plus Jakarta Sans"/>
              </a:rPr>
              <a:t>From conversations to next steps</a:t>
            </a:r>
          </a:p>
        </p:txBody>
      </p:sp>
      <p:sp>
        <p:nvSpPr>
          <p:cNvPr id="3" name="forward introduction">
            <a:extLst xmlns:a="http://schemas.openxmlformats.org/drawingml/2006/main">
              <a:ext uri="{FF2B5EF4-FFF2-40B4-BE49-F238E27FC236}">
                <a16:creationId xmlns:a16="http://schemas.microsoft.com/office/drawing/2014/main" id="{FD36F1FF-D094-40F5-9095-A0C3CF8A1BD7}"/>
              </a:ext>
            </a:extLst>
          </p:cNvPr>
          <p:cNvSpPr>
            <a:spLocks xmlns:a="http://schemas.openxmlformats.org/drawingml/2006/main" noGrp="1"/>
          </p:cNvSpPr>
          <p:nvPr/>
        </p:nvSpPr>
        <p:spPr>
          <a:xfrm xmlns:a="http://schemas.openxmlformats.org/drawingml/2006/main">
            <a:off x="723900" y="1352550"/>
            <a:ext cx="914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a:solidFill>
                  <a:srgbClr val="526669"/>
                </a:solidFill>
                <a:latin typeface="Plus Jakarta Sans"/>
                <a:ea typeface="Plus Jakarta Sans"/>
                <a:cs typeface="Plus Jakarta Sans"/>
              </a:defRPr>
            </a:defPPr>
            <a:lvl1pPr>
              <a:defRPr sz="1125">
                <a:solidFill>
                  <a:srgbClr val="526669"/>
                </a:solidFill>
                <a:latin typeface="Plus Jakarta Sans"/>
                <a:ea typeface="Plus Jakarta Sans"/>
                <a:cs typeface="Plus Jakarta Sans"/>
              </a:defRPr>
            </a:lvl1pPr>
            <a:lvl2pPr>
              <a:defRPr sz="1125">
                <a:solidFill>
                  <a:srgbClr val="526669"/>
                </a:solidFill>
                <a:latin typeface="Plus Jakarta Sans"/>
                <a:ea typeface="Plus Jakarta Sans"/>
                <a:cs typeface="Plus Jakarta Sans"/>
              </a:defRPr>
            </a:lvl2pPr>
            <a:lvl3pPr>
              <a:defRPr sz="1125">
                <a:solidFill>
                  <a:srgbClr val="526669"/>
                </a:solidFill>
                <a:latin typeface="Plus Jakarta Sans"/>
                <a:ea typeface="Plus Jakarta Sans"/>
                <a:cs typeface="Plus Jakarta Sans"/>
              </a:defRPr>
            </a:lvl3pPr>
            <a:lvl4pPr>
              <a:defRPr sz="1125">
                <a:solidFill>
                  <a:srgbClr val="526669"/>
                </a:solidFill>
                <a:latin typeface="Plus Jakarta Sans"/>
                <a:ea typeface="Plus Jakarta Sans"/>
                <a:cs typeface="Plus Jakarta Sans"/>
              </a:defRPr>
            </a:lvl4pPr>
            <a:lvl5pPr>
              <a:defRPr sz="1125">
                <a:solidFill>
                  <a:srgbClr val="526669"/>
                </a:solidFill>
                <a:latin typeface="Plus Jakarta Sans"/>
                <a:ea typeface="Plus Jakarta Sans"/>
                <a:cs typeface="Plus Jakarta Sans"/>
              </a:defRPr>
            </a:lvl5pPr>
            <a:lvl6pPr>
              <a:defRPr sz="1125">
                <a:solidFill>
                  <a:srgbClr val="526669"/>
                </a:solidFill>
                <a:latin typeface="Plus Jakarta Sans"/>
                <a:ea typeface="Plus Jakarta Sans"/>
                <a:cs typeface="Plus Jakarta Sans"/>
              </a:defRPr>
            </a:lvl6pPr>
            <a:lvl7pPr>
              <a:defRPr sz="1125">
                <a:solidFill>
                  <a:srgbClr val="526669"/>
                </a:solidFill>
                <a:latin typeface="Plus Jakarta Sans"/>
                <a:ea typeface="Plus Jakarta Sans"/>
                <a:cs typeface="Plus Jakarta Sans"/>
              </a:defRPr>
            </a:lvl7pPr>
            <a:lvl8pPr>
              <a:defRPr sz="1125">
                <a:solidFill>
                  <a:srgbClr val="526669"/>
                </a:solidFill>
                <a:latin typeface="Plus Jakarta Sans"/>
                <a:ea typeface="Plus Jakarta Sans"/>
                <a:cs typeface="Plus Jakarta Sans"/>
              </a:defRPr>
            </a:lvl8pPr>
            <a:lvl9pPr>
              <a:defRPr sz="1125">
                <a:solidFill>
                  <a:srgbClr val="526669"/>
                </a:solidFill>
                <a:latin typeface="Plus Jakarta Sans"/>
                <a:ea typeface="Plus Jakarta Sans"/>
                <a:cs typeface="Plus Jakarta Sans"/>
              </a:defRPr>
            </a:lvl9pPr>
          </a:lstStyle>
          <a:p xmlns:a="http://schemas.openxmlformats.org/drawingml/2006/main">
            <a:pPr>
              <a:defRPr sz="1125">
                <a:solidFill>
                  <a:srgbClr val="526669"/>
                </a:solidFill>
                <a:latin typeface="Plus Jakarta Sans"/>
                <a:ea typeface="Plus Jakarta Sans"/>
                <a:cs typeface="Plus Jakarta Sans"/>
              </a:defRPr>
            </a:pPr>
            <a:r>
              <a:rPr sz="1125">
                <a:solidFill>
                  <a:srgbClr val="526669"/>
                </a:solidFill>
                <a:latin typeface="Plus Jakarta Sans"/>
                <a:ea typeface="Plus Jakarta Sans"/>
                <a:cs typeface="Plus Jakarta Sans"/>
              </a:rPr>
              <a:t>The work after a summit is to turn the strongest signals into everyday practice.</a:t>
            </a:r>
          </a:p>
        </p:txBody>
      </p:sp>
      <p:sp>
        <p:nvSpPr>
          <p:cNvPr id="4" name="commitment 01">
            <a:extLst xmlns:a="http://schemas.openxmlformats.org/drawingml/2006/main">
              <a:ext uri="{FF2B5EF4-FFF2-40B4-BE49-F238E27FC236}">
                <a16:creationId xmlns:a16="http://schemas.microsoft.com/office/drawing/2014/main" id="{6F3CA2DC-AF10-498F-BD54-04416B501C6A}"/>
              </a:ext>
            </a:extLst>
          </p:cNvPr>
          <p:cNvSpPr>
            <a:spLocks xmlns:a="http://schemas.openxmlformats.org/drawingml/2006/main" noGrp="1"/>
          </p:cNvSpPr>
          <p:nvPr/>
        </p:nvSpPr>
        <p:spPr>
          <a:xfrm xmlns:a="http://schemas.openxmlformats.org/drawingml/2006/main">
            <a:off x="723900" y="1895475"/>
            <a:ext cx="10744200" cy="819150"/>
          </a:xfrm>
          <a:prstGeom xmlns:a="http://schemas.openxmlformats.org/drawingml/2006/main" prst="roundRect">
            <a:avLst>
              <a:gd name="adj" fmla="val 16279"/>
            </a:avLst>
          </a:prstGeom>
          <a:solidFill xmlns:a="http://schemas.openxmlformats.org/drawingml/2006/main">
            <a:srgbClr val="D9ECEB"/>
          </a:solidFill>
          <a:ln xmlns:a="http://schemas.openxmlformats.org/drawingml/2006/main" w="0">
            <a:noFill/>
            <a:prstDash val="solid"/>
          </a:ln>
        </p:spPr>
      </p:sp>
      <p:sp>
        <p:nvSpPr>
          <p:cNvPr id="5" name="commitment number 01">
            <a:extLst xmlns:a="http://schemas.openxmlformats.org/drawingml/2006/main">
              <a:ext uri="{FF2B5EF4-FFF2-40B4-BE49-F238E27FC236}">
                <a16:creationId xmlns:a16="http://schemas.microsoft.com/office/drawing/2014/main" id="{E42C92B8-C532-405B-AF6F-E83435FC757B}"/>
              </a:ext>
            </a:extLst>
          </p:cNvPr>
          <p:cNvSpPr>
            <a:spLocks xmlns:a="http://schemas.openxmlformats.org/drawingml/2006/main" noGrp="1"/>
          </p:cNvSpPr>
          <p:nvPr/>
        </p:nvSpPr>
        <p:spPr>
          <a:xfrm xmlns:a="http://schemas.openxmlformats.org/drawingml/2006/main">
            <a:off x="914400" y="2143125"/>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1">
                <a:solidFill>
                  <a:srgbClr val="F15D2B"/>
                </a:solidFill>
                <a:latin typeface="Plus Jakarta Sans"/>
                <a:ea typeface="Plus Jakarta Sans"/>
                <a:cs typeface="Plus Jakarta Sans"/>
              </a:defRPr>
            </a:defPPr>
            <a:lvl1pPr>
              <a:defRPr sz="1725" b="1">
                <a:solidFill>
                  <a:srgbClr val="F15D2B"/>
                </a:solidFill>
                <a:latin typeface="Plus Jakarta Sans"/>
                <a:ea typeface="Plus Jakarta Sans"/>
                <a:cs typeface="Plus Jakarta Sans"/>
              </a:defRPr>
            </a:lvl1pPr>
            <a:lvl2pPr>
              <a:defRPr sz="1725" b="1">
                <a:solidFill>
                  <a:srgbClr val="F15D2B"/>
                </a:solidFill>
                <a:latin typeface="Plus Jakarta Sans"/>
                <a:ea typeface="Plus Jakarta Sans"/>
                <a:cs typeface="Plus Jakarta Sans"/>
              </a:defRPr>
            </a:lvl2pPr>
            <a:lvl3pPr>
              <a:defRPr sz="1725" b="1">
                <a:solidFill>
                  <a:srgbClr val="F15D2B"/>
                </a:solidFill>
                <a:latin typeface="Plus Jakarta Sans"/>
                <a:ea typeface="Plus Jakarta Sans"/>
                <a:cs typeface="Plus Jakarta Sans"/>
              </a:defRPr>
            </a:lvl3pPr>
            <a:lvl4pPr>
              <a:defRPr sz="1725" b="1">
                <a:solidFill>
                  <a:srgbClr val="F15D2B"/>
                </a:solidFill>
                <a:latin typeface="Plus Jakarta Sans"/>
                <a:ea typeface="Plus Jakarta Sans"/>
                <a:cs typeface="Plus Jakarta Sans"/>
              </a:defRPr>
            </a:lvl4pPr>
            <a:lvl5pPr>
              <a:defRPr sz="1725" b="1">
                <a:solidFill>
                  <a:srgbClr val="F15D2B"/>
                </a:solidFill>
                <a:latin typeface="Plus Jakarta Sans"/>
                <a:ea typeface="Plus Jakarta Sans"/>
                <a:cs typeface="Plus Jakarta Sans"/>
              </a:defRPr>
            </a:lvl5pPr>
            <a:lvl6pPr>
              <a:defRPr sz="1725" b="1">
                <a:solidFill>
                  <a:srgbClr val="F15D2B"/>
                </a:solidFill>
                <a:latin typeface="Plus Jakarta Sans"/>
                <a:ea typeface="Plus Jakarta Sans"/>
                <a:cs typeface="Plus Jakarta Sans"/>
              </a:defRPr>
            </a:lvl6pPr>
            <a:lvl7pPr>
              <a:defRPr sz="1725" b="1">
                <a:solidFill>
                  <a:srgbClr val="F15D2B"/>
                </a:solidFill>
                <a:latin typeface="Plus Jakarta Sans"/>
                <a:ea typeface="Plus Jakarta Sans"/>
                <a:cs typeface="Plus Jakarta Sans"/>
              </a:defRPr>
            </a:lvl7pPr>
            <a:lvl8pPr>
              <a:defRPr sz="1725" b="1">
                <a:solidFill>
                  <a:srgbClr val="F15D2B"/>
                </a:solidFill>
                <a:latin typeface="Plus Jakarta Sans"/>
                <a:ea typeface="Plus Jakarta Sans"/>
                <a:cs typeface="Plus Jakarta Sans"/>
              </a:defRPr>
            </a:lvl8pPr>
            <a:lvl9pPr>
              <a:defRPr sz="1725" b="1">
                <a:solidFill>
                  <a:srgbClr val="F15D2B"/>
                </a:solidFill>
                <a:latin typeface="Plus Jakarta Sans"/>
                <a:ea typeface="Plus Jakarta Sans"/>
                <a:cs typeface="Plus Jakarta Sans"/>
              </a:defRPr>
            </a:lvl9pPr>
          </a:lstStyle>
          <a:p xmlns:a="http://schemas.openxmlformats.org/drawingml/2006/main">
            <a:pPr>
              <a:defRPr sz="1725" b="1">
                <a:solidFill>
                  <a:srgbClr val="F15D2B"/>
                </a:solidFill>
                <a:latin typeface="Plus Jakarta Sans"/>
                <a:ea typeface="Plus Jakarta Sans"/>
                <a:cs typeface="Plus Jakarta Sans"/>
              </a:defRPr>
            </a:pPr>
            <a:r>
              <a:rPr sz="1725" b="1">
                <a:solidFill>
                  <a:srgbClr val="F15D2B"/>
                </a:solidFill>
                <a:latin typeface="Plus Jakarta Sans"/>
                <a:ea typeface="Plus Jakarta Sans"/>
                <a:cs typeface="Plus Jakarta Sans"/>
              </a:rPr>
              <a:t>01</a:t>
            </a:r>
          </a:p>
        </p:txBody>
      </p:sp>
      <p:sp>
        <p:nvSpPr>
          <p:cNvPr id="6" name="commitment title 01">
            <a:extLst xmlns:a="http://schemas.openxmlformats.org/drawingml/2006/main">
              <a:ext uri="{FF2B5EF4-FFF2-40B4-BE49-F238E27FC236}">
                <a16:creationId xmlns:a16="http://schemas.microsoft.com/office/drawing/2014/main" id="{66E0B863-41A8-4A4C-8C7D-27BF67B60F59}"/>
              </a:ext>
            </a:extLst>
          </p:cNvPr>
          <p:cNvSpPr>
            <a:spLocks xmlns:a="http://schemas.openxmlformats.org/drawingml/2006/main" noGrp="1"/>
          </p:cNvSpPr>
          <p:nvPr/>
        </p:nvSpPr>
        <p:spPr>
          <a:xfrm xmlns:a="http://schemas.openxmlformats.org/drawingml/2006/main">
            <a:off x="1524000" y="2057400"/>
            <a:ext cx="809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75" b="1">
                <a:solidFill>
                  <a:srgbClr val="215052"/>
                </a:solidFill>
                <a:latin typeface="Plus Jakarta Sans"/>
                <a:ea typeface="Plus Jakarta Sans"/>
                <a:cs typeface="Plus Jakarta Sans"/>
              </a:defRPr>
            </a:defPPr>
            <a:lvl1pPr>
              <a:defRPr sz="1275" b="1">
                <a:solidFill>
                  <a:srgbClr val="215052"/>
                </a:solidFill>
                <a:latin typeface="Plus Jakarta Sans"/>
                <a:ea typeface="Plus Jakarta Sans"/>
                <a:cs typeface="Plus Jakarta Sans"/>
              </a:defRPr>
            </a:lvl1pPr>
            <a:lvl2pPr>
              <a:defRPr sz="1275" b="1">
                <a:solidFill>
                  <a:srgbClr val="215052"/>
                </a:solidFill>
                <a:latin typeface="Plus Jakarta Sans"/>
                <a:ea typeface="Plus Jakarta Sans"/>
                <a:cs typeface="Plus Jakarta Sans"/>
              </a:defRPr>
            </a:lvl2pPr>
            <a:lvl3pPr>
              <a:defRPr sz="1275" b="1">
                <a:solidFill>
                  <a:srgbClr val="215052"/>
                </a:solidFill>
                <a:latin typeface="Plus Jakarta Sans"/>
                <a:ea typeface="Plus Jakarta Sans"/>
                <a:cs typeface="Plus Jakarta Sans"/>
              </a:defRPr>
            </a:lvl3pPr>
            <a:lvl4pPr>
              <a:defRPr sz="1275" b="1">
                <a:solidFill>
                  <a:srgbClr val="215052"/>
                </a:solidFill>
                <a:latin typeface="Plus Jakarta Sans"/>
                <a:ea typeface="Plus Jakarta Sans"/>
                <a:cs typeface="Plus Jakarta Sans"/>
              </a:defRPr>
            </a:lvl4pPr>
            <a:lvl5pPr>
              <a:defRPr sz="1275" b="1">
                <a:solidFill>
                  <a:srgbClr val="215052"/>
                </a:solidFill>
                <a:latin typeface="Plus Jakarta Sans"/>
                <a:ea typeface="Plus Jakarta Sans"/>
                <a:cs typeface="Plus Jakarta Sans"/>
              </a:defRPr>
            </a:lvl5pPr>
            <a:lvl6pPr>
              <a:defRPr sz="1275" b="1">
                <a:solidFill>
                  <a:srgbClr val="215052"/>
                </a:solidFill>
                <a:latin typeface="Plus Jakarta Sans"/>
                <a:ea typeface="Plus Jakarta Sans"/>
                <a:cs typeface="Plus Jakarta Sans"/>
              </a:defRPr>
            </a:lvl6pPr>
            <a:lvl7pPr>
              <a:defRPr sz="1275" b="1">
                <a:solidFill>
                  <a:srgbClr val="215052"/>
                </a:solidFill>
                <a:latin typeface="Plus Jakarta Sans"/>
                <a:ea typeface="Plus Jakarta Sans"/>
                <a:cs typeface="Plus Jakarta Sans"/>
              </a:defRPr>
            </a:lvl7pPr>
            <a:lvl8pPr>
              <a:defRPr sz="1275" b="1">
                <a:solidFill>
                  <a:srgbClr val="215052"/>
                </a:solidFill>
                <a:latin typeface="Plus Jakarta Sans"/>
                <a:ea typeface="Plus Jakarta Sans"/>
                <a:cs typeface="Plus Jakarta Sans"/>
              </a:defRPr>
            </a:lvl8pPr>
            <a:lvl9pPr>
              <a:defRPr sz="1275" b="1">
                <a:solidFill>
                  <a:srgbClr val="215052"/>
                </a:solidFill>
                <a:latin typeface="Plus Jakarta Sans"/>
                <a:ea typeface="Plus Jakarta Sans"/>
                <a:cs typeface="Plus Jakarta Sans"/>
              </a:defRPr>
            </a:lvl9pPr>
          </a:lstStyle>
          <a:p xmlns:a="http://schemas.openxmlformats.org/drawingml/2006/main">
            <a:pPr>
              <a:defRPr sz="1275" b="1">
                <a:solidFill>
                  <a:srgbClr val="215052"/>
                </a:solidFill>
                <a:latin typeface="Plus Jakarta Sans"/>
                <a:ea typeface="Plus Jakarta Sans"/>
                <a:cs typeface="Plus Jakarta Sans"/>
              </a:defRPr>
            </a:pPr>
            <a:r>
              <a:rPr sz="1275" b="1">
                <a:solidFill>
                  <a:srgbClr val="215052"/>
                </a:solidFill>
                <a:latin typeface="Plus Jakarta Sans"/>
                <a:ea typeface="Plus Jakarta Sans"/>
                <a:cs typeface="Plus Jakarta Sans"/>
              </a:rPr>
              <a:t>Build for governed action</a:t>
            </a:r>
          </a:p>
        </p:txBody>
      </p:sp>
      <p:sp>
        <p:nvSpPr>
          <p:cNvPr id="7" name="commitment body 01">
            <a:extLst xmlns:a="http://schemas.openxmlformats.org/drawingml/2006/main">
              <a:ext uri="{FF2B5EF4-FFF2-40B4-BE49-F238E27FC236}">
                <a16:creationId xmlns:a16="http://schemas.microsoft.com/office/drawing/2014/main" id="{A8F56804-4B4B-484B-9252-DBF95CB60F45}"/>
              </a:ext>
            </a:extLst>
          </p:cNvPr>
          <p:cNvSpPr>
            <a:spLocks xmlns:a="http://schemas.openxmlformats.org/drawingml/2006/main" noGrp="1"/>
          </p:cNvSpPr>
          <p:nvPr/>
        </p:nvSpPr>
        <p:spPr>
          <a:xfrm xmlns:a="http://schemas.openxmlformats.org/drawingml/2006/main">
            <a:off x="1524000" y="2324100"/>
            <a:ext cx="9620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a:solidFill>
                  <a:srgbClr val="526669"/>
                </a:solidFill>
                <a:latin typeface="Plus Jakarta Sans"/>
                <a:ea typeface="Plus Jakarta Sans"/>
                <a:cs typeface="Plus Jakarta Sans"/>
              </a:defRPr>
            </a:defPPr>
            <a:lvl1pPr>
              <a:defRPr sz="900">
                <a:solidFill>
                  <a:srgbClr val="526669"/>
                </a:solidFill>
                <a:latin typeface="Plus Jakarta Sans"/>
                <a:ea typeface="Plus Jakarta Sans"/>
                <a:cs typeface="Plus Jakarta Sans"/>
              </a:defRPr>
            </a:lvl1pPr>
            <a:lvl2pPr>
              <a:defRPr sz="900">
                <a:solidFill>
                  <a:srgbClr val="526669"/>
                </a:solidFill>
                <a:latin typeface="Plus Jakarta Sans"/>
                <a:ea typeface="Plus Jakarta Sans"/>
                <a:cs typeface="Plus Jakarta Sans"/>
              </a:defRPr>
            </a:lvl2pPr>
            <a:lvl3pPr>
              <a:defRPr sz="900">
                <a:solidFill>
                  <a:srgbClr val="526669"/>
                </a:solidFill>
                <a:latin typeface="Plus Jakarta Sans"/>
                <a:ea typeface="Plus Jakarta Sans"/>
                <a:cs typeface="Plus Jakarta Sans"/>
              </a:defRPr>
            </a:lvl3pPr>
            <a:lvl4pPr>
              <a:defRPr sz="900">
                <a:solidFill>
                  <a:srgbClr val="526669"/>
                </a:solidFill>
                <a:latin typeface="Plus Jakarta Sans"/>
                <a:ea typeface="Plus Jakarta Sans"/>
                <a:cs typeface="Plus Jakarta Sans"/>
              </a:defRPr>
            </a:lvl4pPr>
            <a:lvl5pPr>
              <a:defRPr sz="900">
                <a:solidFill>
                  <a:srgbClr val="526669"/>
                </a:solidFill>
                <a:latin typeface="Plus Jakarta Sans"/>
                <a:ea typeface="Plus Jakarta Sans"/>
                <a:cs typeface="Plus Jakarta Sans"/>
              </a:defRPr>
            </a:lvl5pPr>
            <a:lvl6pPr>
              <a:defRPr sz="900">
                <a:solidFill>
                  <a:srgbClr val="526669"/>
                </a:solidFill>
                <a:latin typeface="Plus Jakarta Sans"/>
                <a:ea typeface="Plus Jakarta Sans"/>
                <a:cs typeface="Plus Jakarta Sans"/>
              </a:defRPr>
            </a:lvl6pPr>
            <a:lvl7pPr>
              <a:defRPr sz="900">
                <a:solidFill>
                  <a:srgbClr val="526669"/>
                </a:solidFill>
                <a:latin typeface="Plus Jakarta Sans"/>
                <a:ea typeface="Plus Jakarta Sans"/>
                <a:cs typeface="Plus Jakarta Sans"/>
              </a:defRPr>
            </a:lvl7pPr>
            <a:lvl8pPr>
              <a:defRPr sz="900">
                <a:solidFill>
                  <a:srgbClr val="526669"/>
                </a:solidFill>
                <a:latin typeface="Plus Jakarta Sans"/>
                <a:ea typeface="Plus Jakarta Sans"/>
                <a:cs typeface="Plus Jakarta Sans"/>
              </a:defRPr>
            </a:lvl8pPr>
            <a:lvl9pPr>
              <a:defRPr sz="900">
                <a:solidFill>
                  <a:srgbClr val="526669"/>
                </a:solidFill>
                <a:latin typeface="Plus Jakarta Sans"/>
                <a:ea typeface="Plus Jakarta Sans"/>
                <a:cs typeface="Plus Jakarta Sans"/>
              </a:defRPr>
            </a:lvl9pPr>
          </a:lstStyle>
          <a:p xmlns:a="http://schemas.openxmlformats.org/drawingml/2006/main">
            <a:pPr>
              <a:defRPr sz="900">
                <a:solidFill>
                  <a:srgbClr val="526669"/>
                </a:solidFill>
                <a:latin typeface="Plus Jakarta Sans"/>
                <a:ea typeface="Plus Jakarta Sans"/>
                <a:cs typeface="Plus Jakarta Sans"/>
              </a:defRPr>
            </a:pPr>
            <a:r>
              <a:rPr sz="900">
                <a:solidFill>
                  <a:srgbClr val="526669"/>
                </a:solidFill>
                <a:latin typeface="Plus Jakarta Sans"/>
                <a:ea typeface="Plus Jakarta Sans"/>
                <a:cs typeface="Plus Jakarta Sans"/>
              </a:rPr>
              <a:t>Design AI systems that can explain their evidence, respect policy boundaries and keep people responsible for consequential decisions.</a:t>
            </a:r>
          </a:p>
        </p:txBody>
      </p:sp>
      <p:sp>
        <p:nvSpPr>
          <p:cNvPr id="8" name="commitment 02">
            <a:extLst xmlns:a="http://schemas.openxmlformats.org/drawingml/2006/main">
              <a:ext uri="{FF2B5EF4-FFF2-40B4-BE49-F238E27FC236}">
                <a16:creationId xmlns:a16="http://schemas.microsoft.com/office/drawing/2014/main" id="{831E7C52-C3ED-4A2A-B431-1E29BB50626C}"/>
              </a:ext>
            </a:extLst>
          </p:cNvPr>
          <p:cNvSpPr>
            <a:spLocks xmlns:a="http://schemas.openxmlformats.org/drawingml/2006/main" noGrp="1"/>
          </p:cNvSpPr>
          <p:nvPr/>
        </p:nvSpPr>
        <p:spPr>
          <a:xfrm xmlns:a="http://schemas.openxmlformats.org/drawingml/2006/main">
            <a:off x="723900" y="2914650"/>
            <a:ext cx="10744200" cy="819150"/>
          </a:xfrm>
          <a:prstGeom xmlns:a="http://schemas.openxmlformats.org/drawingml/2006/main" prst="roundRect">
            <a:avLst>
              <a:gd name="adj" fmla="val 16279"/>
            </a:avLst>
          </a:prstGeom>
          <a:solidFill xmlns:a="http://schemas.openxmlformats.org/drawingml/2006/main">
            <a:srgbClr val="D9ECEB"/>
          </a:solidFill>
          <a:ln xmlns:a="http://schemas.openxmlformats.org/drawingml/2006/main" w="0">
            <a:noFill/>
            <a:prstDash val="solid"/>
          </a:ln>
        </p:spPr>
      </p:sp>
      <p:sp>
        <p:nvSpPr>
          <p:cNvPr id="9" name="commitment number 02">
            <a:extLst xmlns:a="http://schemas.openxmlformats.org/drawingml/2006/main">
              <a:ext uri="{FF2B5EF4-FFF2-40B4-BE49-F238E27FC236}">
                <a16:creationId xmlns:a16="http://schemas.microsoft.com/office/drawing/2014/main" id="{DD07A839-43EC-4785-ADE7-E0AF9229952E}"/>
              </a:ext>
            </a:extLst>
          </p:cNvPr>
          <p:cNvSpPr>
            <a:spLocks xmlns:a="http://schemas.openxmlformats.org/drawingml/2006/main" noGrp="1"/>
          </p:cNvSpPr>
          <p:nvPr/>
        </p:nvSpPr>
        <p:spPr>
          <a:xfrm xmlns:a="http://schemas.openxmlformats.org/drawingml/2006/main">
            <a:off x="914400" y="316230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1">
                <a:solidFill>
                  <a:srgbClr val="F15D2B"/>
                </a:solidFill>
                <a:latin typeface="Plus Jakarta Sans"/>
                <a:ea typeface="Plus Jakarta Sans"/>
                <a:cs typeface="Plus Jakarta Sans"/>
              </a:defRPr>
            </a:defPPr>
            <a:lvl1pPr>
              <a:defRPr sz="1725" b="1">
                <a:solidFill>
                  <a:srgbClr val="F15D2B"/>
                </a:solidFill>
                <a:latin typeface="Plus Jakarta Sans"/>
                <a:ea typeface="Plus Jakarta Sans"/>
                <a:cs typeface="Plus Jakarta Sans"/>
              </a:defRPr>
            </a:lvl1pPr>
            <a:lvl2pPr>
              <a:defRPr sz="1725" b="1">
                <a:solidFill>
                  <a:srgbClr val="F15D2B"/>
                </a:solidFill>
                <a:latin typeface="Plus Jakarta Sans"/>
                <a:ea typeface="Plus Jakarta Sans"/>
                <a:cs typeface="Plus Jakarta Sans"/>
              </a:defRPr>
            </a:lvl2pPr>
            <a:lvl3pPr>
              <a:defRPr sz="1725" b="1">
                <a:solidFill>
                  <a:srgbClr val="F15D2B"/>
                </a:solidFill>
                <a:latin typeface="Plus Jakarta Sans"/>
                <a:ea typeface="Plus Jakarta Sans"/>
                <a:cs typeface="Plus Jakarta Sans"/>
              </a:defRPr>
            </a:lvl3pPr>
            <a:lvl4pPr>
              <a:defRPr sz="1725" b="1">
                <a:solidFill>
                  <a:srgbClr val="F15D2B"/>
                </a:solidFill>
                <a:latin typeface="Plus Jakarta Sans"/>
                <a:ea typeface="Plus Jakarta Sans"/>
                <a:cs typeface="Plus Jakarta Sans"/>
              </a:defRPr>
            </a:lvl4pPr>
            <a:lvl5pPr>
              <a:defRPr sz="1725" b="1">
                <a:solidFill>
                  <a:srgbClr val="F15D2B"/>
                </a:solidFill>
                <a:latin typeface="Plus Jakarta Sans"/>
                <a:ea typeface="Plus Jakarta Sans"/>
                <a:cs typeface="Plus Jakarta Sans"/>
              </a:defRPr>
            </a:lvl5pPr>
            <a:lvl6pPr>
              <a:defRPr sz="1725" b="1">
                <a:solidFill>
                  <a:srgbClr val="F15D2B"/>
                </a:solidFill>
                <a:latin typeface="Plus Jakarta Sans"/>
                <a:ea typeface="Plus Jakarta Sans"/>
                <a:cs typeface="Plus Jakarta Sans"/>
              </a:defRPr>
            </a:lvl6pPr>
            <a:lvl7pPr>
              <a:defRPr sz="1725" b="1">
                <a:solidFill>
                  <a:srgbClr val="F15D2B"/>
                </a:solidFill>
                <a:latin typeface="Plus Jakarta Sans"/>
                <a:ea typeface="Plus Jakarta Sans"/>
                <a:cs typeface="Plus Jakarta Sans"/>
              </a:defRPr>
            </a:lvl7pPr>
            <a:lvl8pPr>
              <a:defRPr sz="1725" b="1">
                <a:solidFill>
                  <a:srgbClr val="F15D2B"/>
                </a:solidFill>
                <a:latin typeface="Plus Jakarta Sans"/>
                <a:ea typeface="Plus Jakarta Sans"/>
                <a:cs typeface="Plus Jakarta Sans"/>
              </a:defRPr>
            </a:lvl8pPr>
            <a:lvl9pPr>
              <a:defRPr sz="1725" b="1">
                <a:solidFill>
                  <a:srgbClr val="F15D2B"/>
                </a:solidFill>
                <a:latin typeface="Plus Jakarta Sans"/>
                <a:ea typeface="Plus Jakarta Sans"/>
                <a:cs typeface="Plus Jakarta Sans"/>
              </a:defRPr>
            </a:lvl9pPr>
          </a:lstStyle>
          <a:p xmlns:a="http://schemas.openxmlformats.org/drawingml/2006/main">
            <a:pPr>
              <a:defRPr sz="1725" b="1">
                <a:solidFill>
                  <a:srgbClr val="F15D2B"/>
                </a:solidFill>
                <a:latin typeface="Plus Jakarta Sans"/>
                <a:ea typeface="Plus Jakarta Sans"/>
                <a:cs typeface="Plus Jakarta Sans"/>
              </a:defRPr>
            </a:pPr>
            <a:r>
              <a:rPr sz="1725" b="1">
                <a:solidFill>
                  <a:srgbClr val="F15D2B"/>
                </a:solidFill>
                <a:latin typeface="Plus Jakarta Sans"/>
                <a:ea typeface="Plus Jakarta Sans"/>
                <a:cs typeface="Plus Jakarta Sans"/>
              </a:rPr>
              <a:t>02</a:t>
            </a:r>
          </a:p>
        </p:txBody>
      </p:sp>
      <p:sp>
        <p:nvSpPr>
          <p:cNvPr id="10" name="commitment title 02">
            <a:extLst xmlns:a="http://schemas.openxmlformats.org/drawingml/2006/main">
              <a:ext uri="{FF2B5EF4-FFF2-40B4-BE49-F238E27FC236}">
                <a16:creationId xmlns:a16="http://schemas.microsoft.com/office/drawing/2014/main" id="{23C4FA3B-AA42-4C48-B09B-8595C2676426}"/>
              </a:ext>
            </a:extLst>
          </p:cNvPr>
          <p:cNvSpPr>
            <a:spLocks xmlns:a="http://schemas.openxmlformats.org/drawingml/2006/main" noGrp="1"/>
          </p:cNvSpPr>
          <p:nvPr/>
        </p:nvSpPr>
        <p:spPr>
          <a:xfrm xmlns:a="http://schemas.openxmlformats.org/drawingml/2006/main">
            <a:off x="1524000" y="3076575"/>
            <a:ext cx="809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75" b="1">
                <a:solidFill>
                  <a:srgbClr val="215052"/>
                </a:solidFill>
                <a:latin typeface="Plus Jakarta Sans"/>
                <a:ea typeface="Plus Jakarta Sans"/>
                <a:cs typeface="Plus Jakarta Sans"/>
              </a:defRPr>
            </a:defPPr>
            <a:lvl1pPr>
              <a:defRPr sz="1275" b="1">
                <a:solidFill>
                  <a:srgbClr val="215052"/>
                </a:solidFill>
                <a:latin typeface="Plus Jakarta Sans"/>
                <a:ea typeface="Plus Jakarta Sans"/>
                <a:cs typeface="Plus Jakarta Sans"/>
              </a:defRPr>
            </a:lvl1pPr>
            <a:lvl2pPr>
              <a:defRPr sz="1275" b="1">
                <a:solidFill>
                  <a:srgbClr val="215052"/>
                </a:solidFill>
                <a:latin typeface="Plus Jakarta Sans"/>
                <a:ea typeface="Plus Jakarta Sans"/>
                <a:cs typeface="Plus Jakarta Sans"/>
              </a:defRPr>
            </a:lvl2pPr>
            <a:lvl3pPr>
              <a:defRPr sz="1275" b="1">
                <a:solidFill>
                  <a:srgbClr val="215052"/>
                </a:solidFill>
                <a:latin typeface="Plus Jakarta Sans"/>
                <a:ea typeface="Plus Jakarta Sans"/>
                <a:cs typeface="Plus Jakarta Sans"/>
              </a:defRPr>
            </a:lvl3pPr>
            <a:lvl4pPr>
              <a:defRPr sz="1275" b="1">
                <a:solidFill>
                  <a:srgbClr val="215052"/>
                </a:solidFill>
                <a:latin typeface="Plus Jakarta Sans"/>
                <a:ea typeface="Plus Jakarta Sans"/>
                <a:cs typeface="Plus Jakarta Sans"/>
              </a:defRPr>
            </a:lvl4pPr>
            <a:lvl5pPr>
              <a:defRPr sz="1275" b="1">
                <a:solidFill>
                  <a:srgbClr val="215052"/>
                </a:solidFill>
                <a:latin typeface="Plus Jakarta Sans"/>
                <a:ea typeface="Plus Jakarta Sans"/>
                <a:cs typeface="Plus Jakarta Sans"/>
              </a:defRPr>
            </a:lvl5pPr>
            <a:lvl6pPr>
              <a:defRPr sz="1275" b="1">
                <a:solidFill>
                  <a:srgbClr val="215052"/>
                </a:solidFill>
                <a:latin typeface="Plus Jakarta Sans"/>
                <a:ea typeface="Plus Jakarta Sans"/>
                <a:cs typeface="Plus Jakarta Sans"/>
              </a:defRPr>
            </a:lvl6pPr>
            <a:lvl7pPr>
              <a:defRPr sz="1275" b="1">
                <a:solidFill>
                  <a:srgbClr val="215052"/>
                </a:solidFill>
                <a:latin typeface="Plus Jakarta Sans"/>
                <a:ea typeface="Plus Jakarta Sans"/>
                <a:cs typeface="Plus Jakarta Sans"/>
              </a:defRPr>
            </a:lvl7pPr>
            <a:lvl8pPr>
              <a:defRPr sz="1275" b="1">
                <a:solidFill>
                  <a:srgbClr val="215052"/>
                </a:solidFill>
                <a:latin typeface="Plus Jakarta Sans"/>
                <a:ea typeface="Plus Jakarta Sans"/>
                <a:cs typeface="Plus Jakarta Sans"/>
              </a:defRPr>
            </a:lvl8pPr>
            <a:lvl9pPr>
              <a:defRPr sz="1275" b="1">
                <a:solidFill>
                  <a:srgbClr val="215052"/>
                </a:solidFill>
                <a:latin typeface="Plus Jakarta Sans"/>
                <a:ea typeface="Plus Jakarta Sans"/>
                <a:cs typeface="Plus Jakarta Sans"/>
              </a:defRPr>
            </a:lvl9pPr>
          </a:lstStyle>
          <a:p xmlns:a="http://schemas.openxmlformats.org/drawingml/2006/main">
            <a:pPr>
              <a:defRPr sz="1275" b="1">
                <a:solidFill>
                  <a:srgbClr val="215052"/>
                </a:solidFill>
                <a:latin typeface="Plus Jakarta Sans"/>
                <a:ea typeface="Plus Jakarta Sans"/>
                <a:cs typeface="Plus Jakarta Sans"/>
              </a:defRPr>
            </a:pPr>
            <a:r>
              <a:rPr sz="1275" b="1">
                <a:solidFill>
                  <a:srgbClr val="215052"/>
                </a:solidFill>
                <a:latin typeface="Plus Jakarta Sans"/>
                <a:ea typeface="Plus Jakarta Sans"/>
                <a:cs typeface="Plus Jakarta Sans"/>
              </a:rPr>
              <a:t>Measure value beyond the pilot</a:t>
            </a:r>
          </a:p>
        </p:txBody>
      </p:sp>
      <p:sp>
        <p:nvSpPr>
          <p:cNvPr id="11" name="commitment body 02">
            <a:extLst xmlns:a="http://schemas.openxmlformats.org/drawingml/2006/main">
              <a:ext uri="{FF2B5EF4-FFF2-40B4-BE49-F238E27FC236}">
                <a16:creationId xmlns:a16="http://schemas.microsoft.com/office/drawing/2014/main" id="{F4D25B2F-50CC-4C54-A2AD-81BF89DC67DB}"/>
              </a:ext>
            </a:extLst>
          </p:cNvPr>
          <p:cNvSpPr>
            <a:spLocks xmlns:a="http://schemas.openxmlformats.org/drawingml/2006/main" noGrp="1"/>
          </p:cNvSpPr>
          <p:nvPr/>
        </p:nvSpPr>
        <p:spPr>
          <a:xfrm xmlns:a="http://schemas.openxmlformats.org/drawingml/2006/main">
            <a:off x="1524000" y="3343275"/>
            <a:ext cx="9620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a:solidFill>
                  <a:srgbClr val="526669"/>
                </a:solidFill>
                <a:latin typeface="Plus Jakarta Sans"/>
                <a:ea typeface="Plus Jakarta Sans"/>
                <a:cs typeface="Plus Jakarta Sans"/>
              </a:defRPr>
            </a:defPPr>
            <a:lvl1pPr>
              <a:defRPr sz="900">
                <a:solidFill>
                  <a:srgbClr val="526669"/>
                </a:solidFill>
                <a:latin typeface="Plus Jakarta Sans"/>
                <a:ea typeface="Plus Jakarta Sans"/>
                <a:cs typeface="Plus Jakarta Sans"/>
              </a:defRPr>
            </a:lvl1pPr>
            <a:lvl2pPr>
              <a:defRPr sz="900">
                <a:solidFill>
                  <a:srgbClr val="526669"/>
                </a:solidFill>
                <a:latin typeface="Plus Jakarta Sans"/>
                <a:ea typeface="Plus Jakarta Sans"/>
                <a:cs typeface="Plus Jakarta Sans"/>
              </a:defRPr>
            </a:lvl2pPr>
            <a:lvl3pPr>
              <a:defRPr sz="900">
                <a:solidFill>
                  <a:srgbClr val="526669"/>
                </a:solidFill>
                <a:latin typeface="Plus Jakarta Sans"/>
                <a:ea typeface="Plus Jakarta Sans"/>
                <a:cs typeface="Plus Jakarta Sans"/>
              </a:defRPr>
            </a:lvl3pPr>
            <a:lvl4pPr>
              <a:defRPr sz="900">
                <a:solidFill>
                  <a:srgbClr val="526669"/>
                </a:solidFill>
                <a:latin typeface="Plus Jakarta Sans"/>
                <a:ea typeface="Plus Jakarta Sans"/>
                <a:cs typeface="Plus Jakarta Sans"/>
              </a:defRPr>
            </a:lvl4pPr>
            <a:lvl5pPr>
              <a:defRPr sz="900">
                <a:solidFill>
                  <a:srgbClr val="526669"/>
                </a:solidFill>
                <a:latin typeface="Plus Jakarta Sans"/>
                <a:ea typeface="Plus Jakarta Sans"/>
                <a:cs typeface="Plus Jakarta Sans"/>
              </a:defRPr>
            </a:lvl5pPr>
            <a:lvl6pPr>
              <a:defRPr sz="900">
                <a:solidFill>
                  <a:srgbClr val="526669"/>
                </a:solidFill>
                <a:latin typeface="Plus Jakarta Sans"/>
                <a:ea typeface="Plus Jakarta Sans"/>
                <a:cs typeface="Plus Jakarta Sans"/>
              </a:defRPr>
            </a:lvl6pPr>
            <a:lvl7pPr>
              <a:defRPr sz="900">
                <a:solidFill>
                  <a:srgbClr val="526669"/>
                </a:solidFill>
                <a:latin typeface="Plus Jakarta Sans"/>
                <a:ea typeface="Plus Jakarta Sans"/>
                <a:cs typeface="Plus Jakarta Sans"/>
              </a:defRPr>
            </a:lvl7pPr>
            <a:lvl8pPr>
              <a:defRPr sz="900">
                <a:solidFill>
                  <a:srgbClr val="526669"/>
                </a:solidFill>
                <a:latin typeface="Plus Jakarta Sans"/>
                <a:ea typeface="Plus Jakarta Sans"/>
                <a:cs typeface="Plus Jakarta Sans"/>
              </a:defRPr>
            </a:lvl8pPr>
            <a:lvl9pPr>
              <a:defRPr sz="900">
                <a:solidFill>
                  <a:srgbClr val="526669"/>
                </a:solidFill>
                <a:latin typeface="Plus Jakarta Sans"/>
                <a:ea typeface="Plus Jakarta Sans"/>
                <a:cs typeface="Plus Jakarta Sans"/>
              </a:defRPr>
            </a:lvl9pPr>
          </a:lstStyle>
          <a:p xmlns:a="http://schemas.openxmlformats.org/drawingml/2006/main">
            <a:pPr>
              <a:defRPr sz="900">
                <a:solidFill>
                  <a:srgbClr val="526669"/>
                </a:solidFill>
                <a:latin typeface="Plus Jakarta Sans"/>
                <a:ea typeface="Plus Jakarta Sans"/>
                <a:cs typeface="Plus Jakarta Sans"/>
              </a:defRPr>
            </a:pPr>
            <a:r>
              <a:rPr sz="900">
                <a:solidFill>
                  <a:srgbClr val="526669"/>
                </a:solidFill>
                <a:latin typeface="Plus Jakarta Sans"/>
                <a:ea typeface="Plus Jakarta Sans"/>
                <a:cs typeface="Plus Jakarta Sans"/>
              </a:rPr>
              <a:t>Treat cost, data readiness, adoption and margin or growth impact as part of the same business case.</a:t>
            </a:r>
          </a:p>
        </p:txBody>
      </p:sp>
      <p:sp>
        <p:nvSpPr>
          <p:cNvPr id="12" name="commitment 03">
            <a:extLst xmlns:a="http://schemas.openxmlformats.org/drawingml/2006/main">
              <a:ext uri="{FF2B5EF4-FFF2-40B4-BE49-F238E27FC236}">
                <a16:creationId xmlns:a16="http://schemas.microsoft.com/office/drawing/2014/main" id="{B93881F1-25A3-41A3-80BB-4D3F3C945F66}"/>
              </a:ext>
            </a:extLst>
          </p:cNvPr>
          <p:cNvSpPr>
            <a:spLocks xmlns:a="http://schemas.openxmlformats.org/drawingml/2006/main" noGrp="1"/>
          </p:cNvSpPr>
          <p:nvPr/>
        </p:nvSpPr>
        <p:spPr>
          <a:xfrm xmlns:a="http://schemas.openxmlformats.org/drawingml/2006/main">
            <a:off x="723900" y="3933825"/>
            <a:ext cx="10744200" cy="819150"/>
          </a:xfrm>
          <a:prstGeom xmlns:a="http://schemas.openxmlformats.org/drawingml/2006/main" prst="roundRect">
            <a:avLst>
              <a:gd name="adj" fmla="val 16279"/>
            </a:avLst>
          </a:prstGeom>
          <a:solidFill xmlns:a="http://schemas.openxmlformats.org/drawingml/2006/main">
            <a:srgbClr val="D9ECEB"/>
          </a:solidFill>
          <a:ln xmlns:a="http://schemas.openxmlformats.org/drawingml/2006/main" w="0">
            <a:noFill/>
            <a:prstDash val="solid"/>
          </a:ln>
        </p:spPr>
      </p:sp>
      <p:sp>
        <p:nvSpPr>
          <p:cNvPr id="13" name="commitment number 03">
            <a:extLst xmlns:a="http://schemas.openxmlformats.org/drawingml/2006/main">
              <a:ext uri="{FF2B5EF4-FFF2-40B4-BE49-F238E27FC236}">
                <a16:creationId xmlns:a16="http://schemas.microsoft.com/office/drawing/2014/main" id="{D88113F2-7CEE-41F9-AC22-0830E331B16C}"/>
              </a:ext>
            </a:extLst>
          </p:cNvPr>
          <p:cNvSpPr>
            <a:spLocks xmlns:a="http://schemas.openxmlformats.org/drawingml/2006/main" noGrp="1"/>
          </p:cNvSpPr>
          <p:nvPr/>
        </p:nvSpPr>
        <p:spPr>
          <a:xfrm xmlns:a="http://schemas.openxmlformats.org/drawingml/2006/main">
            <a:off x="914400" y="4181475"/>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1">
                <a:solidFill>
                  <a:srgbClr val="F15D2B"/>
                </a:solidFill>
                <a:latin typeface="Plus Jakarta Sans"/>
                <a:ea typeface="Plus Jakarta Sans"/>
                <a:cs typeface="Plus Jakarta Sans"/>
              </a:defRPr>
            </a:defPPr>
            <a:lvl1pPr>
              <a:defRPr sz="1725" b="1">
                <a:solidFill>
                  <a:srgbClr val="F15D2B"/>
                </a:solidFill>
                <a:latin typeface="Plus Jakarta Sans"/>
                <a:ea typeface="Plus Jakarta Sans"/>
                <a:cs typeface="Plus Jakarta Sans"/>
              </a:defRPr>
            </a:lvl1pPr>
            <a:lvl2pPr>
              <a:defRPr sz="1725" b="1">
                <a:solidFill>
                  <a:srgbClr val="F15D2B"/>
                </a:solidFill>
                <a:latin typeface="Plus Jakarta Sans"/>
                <a:ea typeface="Plus Jakarta Sans"/>
                <a:cs typeface="Plus Jakarta Sans"/>
              </a:defRPr>
            </a:lvl2pPr>
            <a:lvl3pPr>
              <a:defRPr sz="1725" b="1">
                <a:solidFill>
                  <a:srgbClr val="F15D2B"/>
                </a:solidFill>
                <a:latin typeface="Plus Jakarta Sans"/>
                <a:ea typeface="Plus Jakarta Sans"/>
                <a:cs typeface="Plus Jakarta Sans"/>
              </a:defRPr>
            </a:lvl3pPr>
            <a:lvl4pPr>
              <a:defRPr sz="1725" b="1">
                <a:solidFill>
                  <a:srgbClr val="F15D2B"/>
                </a:solidFill>
                <a:latin typeface="Plus Jakarta Sans"/>
                <a:ea typeface="Plus Jakarta Sans"/>
                <a:cs typeface="Plus Jakarta Sans"/>
              </a:defRPr>
            </a:lvl4pPr>
            <a:lvl5pPr>
              <a:defRPr sz="1725" b="1">
                <a:solidFill>
                  <a:srgbClr val="F15D2B"/>
                </a:solidFill>
                <a:latin typeface="Plus Jakarta Sans"/>
                <a:ea typeface="Plus Jakarta Sans"/>
                <a:cs typeface="Plus Jakarta Sans"/>
              </a:defRPr>
            </a:lvl5pPr>
            <a:lvl6pPr>
              <a:defRPr sz="1725" b="1">
                <a:solidFill>
                  <a:srgbClr val="F15D2B"/>
                </a:solidFill>
                <a:latin typeface="Plus Jakarta Sans"/>
                <a:ea typeface="Plus Jakarta Sans"/>
                <a:cs typeface="Plus Jakarta Sans"/>
              </a:defRPr>
            </a:lvl6pPr>
            <a:lvl7pPr>
              <a:defRPr sz="1725" b="1">
                <a:solidFill>
                  <a:srgbClr val="F15D2B"/>
                </a:solidFill>
                <a:latin typeface="Plus Jakarta Sans"/>
                <a:ea typeface="Plus Jakarta Sans"/>
                <a:cs typeface="Plus Jakarta Sans"/>
              </a:defRPr>
            </a:lvl7pPr>
            <a:lvl8pPr>
              <a:defRPr sz="1725" b="1">
                <a:solidFill>
                  <a:srgbClr val="F15D2B"/>
                </a:solidFill>
                <a:latin typeface="Plus Jakarta Sans"/>
                <a:ea typeface="Plus Jakarta Sans"/>
                <a:cs typeface="Plus Jakarta Sans"/>
              </a:defRPr>
            </a:lvl8pPr>
            <a:lvl9pPr>
              <a:defRPr sz="1725" b="1">
                <a:solidFill>
                  <a:srgbClr val="F15D2B"/>
                </a:solidFill>
                <a:latin typeface="Plus Jakarta Sans"/>
                <a:ea typeface="Plus Jakarta Sans"/>
                <a:cs typeface="Plus Jakarta Sans"/>
              </a:defRPr>
            </a:lvl9pPr>
          </a:lstStyle>
          <a:p xmlns:a="http://schemas.openxmlformats.org/drawingml/2006/main">
            <a:pPr>
              <a:defRPr sz="1725" b="1">
                <a:solidFill>
                  <a:srgbClr val="F15D2B"/>
                </a:solidFill>
                <a:latin typeface="Plus Jakarta Sans"/>
                <a:ea typeface="Plus Jakarta Sans"/>
                <a:cs typeface="Plus Jakarta Sans"/>
              </a:defRPr>
            </a:pPr>
            <a:r>
              <a:rPr sz="1725" b="1">
                <a:solidFill>
                  <a:srgbClr val="F15D2B"/>
                </a:solidFill>
                <a:latin typeface="Plus Jakarta Sans"/>
                <a:ea typeface="Plus Jakarta Sans"/>
                <a:cs typeface="Plus Jakarta Sans"/>
              </a:rPr>
              <a:t>03</a:t>
            </a:r>
          </a:p>
        </p:txBody>
      </p:sp>
      <p:sp>
        <p:nvSpPr>
          <p:cNvPr id="14" name="commitment title 03">
            <a:extLst xmlns:a="http://schemas.openxmlformats.org/drawingml/2006/main">
              <a:ext uri="{FF2B5EF4-FFF2-40B4-BE49-F238E27FC236}">
                <a16:creationId xmlns:a16="http://schemas.microsoft.com/office/drawing/2014/main" id="{C0F52A6D-776A-4ACD-914F-D333D7FBFB83}"/>
              </a:ext>
            </a:extLst>
          </p:cNvPr>
          <p:cNvSpPr>
            <a:spLocks xmlns:a="http://schemas.openxmlformats.org/drawingml/2006/main" noGrp="1"/>
          </p:cNvSpPr>
          <p:nvPr/>
        </p:nvSpPr>
        <p:spPr>
          <a:xfrm xmlns:a="http://schemas.openxmlformats.org/drawingml/2006/main">
            <a:off x="1524000" y="4095750"/>
            <a:ext cx="809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75" b="1">
                <a:solidFill>
                  <a:srgbClr val="215052"/>
                </a:solidFill>
                <a:latin typeface="Plus Jakarta Sans"/>
                <a:ea typeface="Plus Jakarta Sans"/>
                <a:cs typeface="Plus Jakarta Sans"/>
              </a:defRPr>
            </a:defPPr>
            <a:lvl1pPr>
              <a:defRPr sz="1275" b="1">
                <a:solidFill>
                  <a:srgbClr val="215052"/>
                </a:solidFill>
                <a:latin typeface="Plus Jakarta Sans"/>
                <a:ea typeface="Plus Jakarta Sans"/>
                <a:cs typeface="Plus Jakarta Sans"/>
              </a:defRPr>
            </a:lvl1pPr>
            <a:lvl2pPr>
              <a:defRPr sz="1275" b="1">
                <a:solidFill>
                  <a:srgbClr val="215052"/>
                </a:solidFill>
                <a:latin typeface="Plus Jakarta Sans"/>
                <a:ea typeface="Plus Jakarta Sans"/>
                <a:cs typeface="Plus Jakarta Sans"/>
              </a:defRPr>
            </a:lvl2pPr>
            <a:lvl3pPr>
              <a:defRPr sz="1275" b="1">
                <a:solidFill>
                  <a:srgbClr val="215052"/>
                </a:solidFill>
                <a:latin typeface="Plus Jakarta Sans"/>
                <a:ea typeface="Plus Jakarta Sans"/>
                <a:cs typeface="Plus Jakarta Sans"/>
              </a:defRPr>
            </a:lvl3pPr>
            <a:lvl4pPr>
              <a:defRPr sz="1275" b="1">
                <a:solidFill>
                  <a:srgbClr val="215052"/>
                </a:solidFill>
                <a:latin typeface="Plus Jakarta Sans"/>
                <a:ea typeface="Plus Jakarta Sans"/>
                <a:cs typeface="Plus Jakarta Sans"/>
              </a:defRPr>
            </a:lvl4pPr>
            <a:lvl5pPr>
              <a:defRPr sz="1275" b="1">
                <a:solidFill>
                  <a:srgbClr val="215052"/>
                </a:solidFill>
                <a:latin typeface="Plus Jakarta Sans"/>
                <a:ea typeface="Plus Jakarta Sans"/>
                <a:cs typeface="Plus Jakarta Sans"/>
              </a:defRPr>
            </a:lvl5pPr>
            <a:lvl6pPr>
              <a:defRPr sz="1275" b="1">
                <a:solidFill>
                  <a:srgbClr val="215052"/>
                </a:solidFill>
                <a:latin typeface="Plus Jakarta Sans"/>
                <a:ea typeface="Plus Jakarta Sans"/>
                <a:cs typeface="Plus Jakarta Sans"/>
              </a:defRPr>
            </a:lvl6pPr>
            <a:lvl7pPr>
              <a:defRPr sz="1275" b="1">
                <a:solidFill>
                  <a:srgbClr val="215052"/>
                </a:solidFill>
                <a:latin typeface="Plus Jakarta Sans"/>
                <a:ea typeface="Plus Jakarta Sans"/>
                <a:cs typeface="Plus Jakarta Sans"/>
              </a:defRPr>
            </a:lvl7pPr>
            <a:lvl8pPr>
              <a:defRPr sz="1275" b="1">
                <a:solidFill>
                  <a:srgbClr val="215052"/>
                </a:solidFill>
                <a:latin typeface="Plus Jakarta Sans"/>
                <a:ea typeface="Plus Jakarta Sans"/>
                <a:cs typeface="Plus Jakarta Sans"/>
              </a:defRPr>
            </a:lvl8pPr>
            <a:lvl9pPr>
              <a:defRPr sz="1275" b="1">
                <a:solidFill>
                  <a:srgbClr val="215052"/>
                </a:solidFill>
                <a:latin typeface="Plus Jakarta Sans"/>
                <a:ea typeface="Plus Jakarta Sans"/>
                <a:cs typeface="Plus Jakarta Sans"/>
              </a:defRPr>
            </a:lvl9pPr>
          </a:lstStyle>
          <a:p xmlns:a="http://schemas.openxmlformats.org/drawingml/2006/main">
            <a:pPr>
              <a:defRPr sz="1275" b="1">
                <a:solidFill>
                  <a:srgbClr val="215052"/>
                </a:solidFill>
                <a:latin typeface="Plus Jakarta Sans"/>
                <a:ea typeface="Plus Jakarta Sans"/>
                <a:cs typeface="Plus Jakarta Sans"/>
              </a:defRPr>
            </a:pPr>
            <a:r>
              <a:rPr sz="1275" b="1">
                <a:solidFill>
                  <a:srgbClr val="215052"/>
                </a:solidFill>
                <a:latin typeface="Plus Jakarta Sans"/>
                <a:ea typeface="Plus Jakarta Sans"/>
                <a:cs typeface="Plus Jakarta Sans"/>
              </a:rPr>
              <a:t>Make the GCC a connected venture</a:t>
            </a:r>
          </a:p>
        </p:txBody>
      </p:sp>
      <p:sp>
        <p:nvSpPr>
          <p:cNvPr id="15" name="commitment body 03">
            <a:extLst xmlns:a="http://schemas.openxmlformats.org/drawingml/2006/main">
              <a:ext uri="{FF2B5EF4-FFF2-40B4-BE49-F238E27FC236}">
                <a16:creationId xmlns:a16="http://schemas.microsoft.com/office/drawing/2014/main" id="{676E13B8-BA9A-4C8F-B1AD-F0860D2F8B1F}"/>
              </a:ext>
            </a:extLst>
          </p:cNvPr>
          <p:cNvSpPr>
            <a:spLocks xmlns:a="http://schemas.openxmlformats.org/drawingml/2006/main" noGrp="1"/>
          </p:cNvSpPr>
          <p:nvPr/>
        </p:nvSpPr>
        <p:spPr>
          <a:xfrm xmlns:a="http://schemas.openxmlformats.org/drawingml/2006/main">
            <a:off x="1524000" y="4362450"/>
            <a:ext cx="9620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a:solidFill>
                  <a:srgbClr val="526669"/>
                </a:solidFill>
                <a:latin typeface="Plus Jakarta Sans"/>
                <a:ea typeface="Plus Jakarta Sans"/>
                <a:cs typeface="Plus Jakarta Sans"/>
              </a:defRPr>
            </a:defPPr>
            <a:lvl1pPr>
              <a:defRPr sz="900">
                <a:solidFill>
                  <a:srgbClr val="526669"/>
                </a:solidFill>
                <a:latin typeface="Plus Jakarta Sans"/>
                <a:ea typeface="Plus Jakarta Sans"/>
                <a:cs typeface="Plus Jakarta Sans"/>
              </a:defRPr>
            </a:lvl1pPr>
            <a:lvl2pPr>
              <a:defRPr sz="900">
                <a:solidFill>
                  <a:srgbClr val="526669"/>
                </a:solidFill>
                <a:latin typeface="Plus Jakarta Sans"/>
                <a:ea typeface="Plus Jakarta Sans"/>
                <a:cs typeface="Plus Jakarta Sans"/>
              </a:defRPr>
            </a:lvl2pPr>
            <a:lvl3pPr>
              <a:defRPr sz="900">
                <a:solidFill>
                  <a:srgbClr val="526669"/>
                </a:solidFill>
                <a:latin typeface="Plus Jakarta Sans"/>
                <a:ea typeface="Plus Jakarta Sans"/>
                <a:cs typeface="Plus Jakarta Sans"/>
              </a:defRPr>
            </a:lvl3pPr>
            <a:lvl4pPr>
              <a:defRPr sz="900">
                <a:solidFill>
                  <a:srgbClr val="526669"/>
                </a:solidFill>
                <a:latin typeface="Plus Jakarta Sans"/>
                <a:ea typeface="Plus Jakarta Sans"/>
                <a:cs typeface="Plus Jakarta Sans"/>
              </a:defRPr>
            </a:lvl4pPr>
            <a:lvl5pPr>
              <a:defRPr sz="900">
                <a:solidFill>
                  <a:srgbClr val="526669"/>
                </a:solidFill>
                <a:latin typeface="Plus Jakarta Sans"/>
                <a:ea typeface="Plus Jakarta Sans"/>
                <a:cs typeface="Plus Jakarta Sans"/>
              </a:defRPr>
            </a:lvl5pPr>
            <a:lvl6pPr>
              <a:defRPr sz="900">
                <a:solidFill>
                  <a:srgbClr val="526669"/>
                </a:solidFill>
                <a:latin typeface="Plus Jakarta Sans"/>
                <a:ea typeface="Plus Jakarta Sans"/>
                <a:cs typeface="Plus Jakarta Sans"/>
              </a:defRPr>
            </a:lvl6pPr>
            <a:lvl7pPr>
              <a:defRPr sz="900">
                <a:solidFill>
                  <a:srgbClr val="526669"/>
                </a:solidFill>
                <a:latin typeface="Plus Jakarta Sans"/>
                <a:ea typeface="Plus Jakarta Sans"/>
                <a:cs typeface="Plus Jakarta Sans"/>
              </a:defRPr>
            </a:lvl7pPr>
            <a:lvl8pPr>
              <a:defRPr sz="900">
                <a:solidFill>
                  <a:srgbClr val="526669"/>
                </a:solidFill>
                <a:latin typeface="Plus Jakarta Sans"/>
                <a:ea typeface="Plus Jakarta Sans"/>
                <a:cs typeface="Plus Jakarta Sans"/>
              </a:defRPr>
            </a:lvl8pPr>
            <a:lvl9pPr>
              <a:defRPr sz="900">
                <a:solidFill>
                  <a:srgbClr val="526669"/>
                </a:solidFill>
                <a:latin typeface="Plus Jakarta Sans"/>
                <a:ea typeface="Plus Jakarta Sans"/>
                <a:cs typeface="Plus Jakarta Sans"/>
              </a:defRPr>
            </a:lvl9pPr>
          </a:lstStyle>
          <a:p xmlns:a="http://schemas.openxmlformats.org/drawingml/2006/main">
            <a:pPr>
              <a:defRPr sz="900">
                <a:solidFill>
                  <a:srgbClr val="526669"/>
                </a:solidFill>
                <a:latin typeface="Plus Jakarta Sans"/>
                <a:ea typeface="Plus Jakarta Sans"/>
                <a:cs typeface="Plus Jakarta Sans"/>
              </a:defRPr>
            </a:pPr>
            <a:r>
              <a:rPr sz="900">
                <a:solidFill>
                  <a:srgbClr val="526669"/>
                </a:solidFill>
                <a:latin typeface="Plus Jakarta Sans"/>
                <a:ea typeface="Plus Jakarta Sans"/>
                <a:cs typeface="Plus Jakarta Sans"/>
              </a:rPr>
              <a:t>Invest in a culture where technical capability, consulting instincts and shared ownership reinforce one another.</a:t>
            </a:r>
          </a:p>
        </p:txBody>
      </p:sp>
      <p:sp>
        <p:nvSpPr>
          <p:cNvPr id="16" name="commitment 04">
            <a:extLst xmlns:a="http://schemas.openxmlformats.org/drawingml/2006/main">
              <a:ext uri="{FF2B5EF4-FFF2-40B4-BE49-F238E27FC236}">
                <a16:creationId xmlns:a16="http://schemas.microsoft.com/office/drawing/2014/main" id="{F96A457B-5FB0-4A64-9546-6EEF6E87389A}"/>
              </a:ext>
            </a:extLst>
          </p:cNvPr>
          <p:cNvSpPr>
            <a:spLocks xmlns:a="http://schemas.openxmlformats.org/drawingml/2006/main" noGrp="1"/>
          </p:cNvSpPr>
          <p:nvPr/>
        </p:nvSpPr>
        <p:spPr>
          <a:xfrm xmlns:a="http://schemas.openxmlformats.org/drawingml/2006/main">
            <a:off x="723900" y="4953000"/>
            <a:ext cx="10744200" cy="819150"/>
          </a:xfrm>
          <a:prstGeom xmlns:a="http://schemas.openxmlformats.org/drawingml/2006/main" prst="roundRect">
            <a:avLst>
              <a:gd name="adj" fmla="val 16279"/>
            </a:avLst>
          </a:prstGeom>
          <a:solidFill xmlns:a="http://schemas.openxmlformats.org/drawingml/2006/main">
            <a:srgbClr val="D9ECEB"/>
          </a:solidFill>
          <a:ln xmlns:a="http://schemas.openxmlformats.org/drawingml/2006/main" w="0">
            <a:noFill/>
            <a:prstDash val="solid"/>
          </a:ln>
        </p:spPr>
      </p:sp>
      <p:sp>
        <p:nvSpPr>
          <p:cNvPr id="17" name="commitment number 04">
            <a:extLst xmlns:a="http://schemas.openxmlformats.org/drawingml/2006/main">
              <a:ext uri="{FF2B5EF4-FFF2-40B4-BE49-F238E27FC236}">
                <a16:creationId xmlns:a16="http://schemas.microsoft.com/office/drawing/2014/main" id="{12C16F8A-56F3-4175-9126-C5D50248EC9B}"/>
              </a:ext>
            </a:extLst>
          </p:cNvPr>
          <p:cNvSpPr>
            <a:spLocks xmlns:a="http://schemas.openxmlformats.org/drawingml/2006/main" noGrp="1"/>
          </p:cNvSpPr>
          <p:nvPr/>
        </p:nvSpPr>
        <p:spPr>
          <a:xfrm xmlns:a="http://schemas.openxmlformats.org/drawingml/2006/main">
            <a:off x="914400" y="52006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1">
                <a:solidFill>
                  <a:srgbClr val="F15D2B"/>
                </a:solidFill>
                <a:latin typeface="Plus Jakarta Sans"/>
                <a:ea typeface="Plus Jakarta Sans"/>
                <a:cs typeface="Plus Jakarta Sans"/>
              </a:defRPr>
            </a:defPPr>
            <a:lvl1pPr>
              <a:defRPr sz="1725" b="1">
                <a:solidFill>
                  <a:srgbClr val="F15D2B"/>
                </a:solidFill>
                <a:latin typeface="Plus Jakarta Sans"/>
                <a:ea typeface="Plus Jakarta Sans"/>
                <a:cs typeface="Plus Jakarta Sans"/>
              </a:defRPr>
            </a:lvl1pPr>
            <a:lvl2pPr>
              <a:defRPr sz="1725" b="1">
                <a:solidFill>
                  <a:srgbClr val="F15D2B"/>
                </a:solidFill>
                <a:latin typeface="Plus Jakarta Sans"/>
                <a:ea typeface="Plus Jakarta Sans"/>
                <a:cs typeface="Plus Jakarta Sans"/>
              </a:defRPr>
            </a:lvl2pPr>
            <a:lvl3pPr>
              <a:defRPr sz="1725" b="1">
                <a:solidFill>
                  <a:srgbClr val="F15D2B"/>
                </a:solidFill>
                <a:latin typeface="Plus Jakarta Sans"/>
                <a:ea typeface="Plus Jakarta Sans"/>
                <a:cs typeface="Plus Jakarta Sans"/>
              </a:defRPr>
            </a:lvl3pPr>
            <a:lvl4pPr>
              <a:defRPr sz="1725" b="1">
                <a:solidFill>
                  <a:srgbClr val="F15D2B"/>
                </a:solidFill>
                <a:latin typeface="Plus Jakarta Sans"/>
                <a:ea typeface="Plus Jakarta Sans"/>
                <a:cs typeface="Plus Jakarta Sans"/>
              </a:defRPr>
            </a:lvl4pPr>
            <a:lvl5pPr>
              <a:defRPr sz="1725" b="1">
                <a:solidFill>
                  <a:srgbClr val="F15D2B"/>
                </a:solidFill>
                <a:latin typeface="Plus Jakarta Sans"/>
                <a:ea typeface="Plus Jakarta Sans"/>
                <a:cs typeface="Plus Jakarta Sans"/>
              </a:defRPr>
            </a:lvl5pPr>
            <a:lvl6pPr>
              <a:defRPr sz="1725" b="1">
                <a:solidFill>
                  <a:srgbClr val="F15D2B"/>
                </a:solidFill>
                <a:latin typeface="Plus Jakarta Sans"/>
                <a:ea typeface="Plus Jakarta Sans"/>
                <a:cs typeface="Plus Jakarta Sans"/>
              </a:defRPr>
            </a:lvl6pPr>
            <a:lvl7pPr>
              <a:defRPr sz="1725" b="1">
                <a:solidFill>
                  <a:srgbClr val="F15D2B"/>
                </a:solidFill>
                <a:latin typeface="Plus Jakarta Sans"/>
                <a:ea typeface="Plus Jakarta Sans"/>
                <a:cs typeface="Plus Jakarta Sans"/>
              </a:defRPr>
            </a:lvl7pPr>
            <a:lvl8pPr>
              <a:defRPr sz="1725" b="1">
                <a:solidFill>
                  <a:srgbClr val="F15D2B"/>
                </a:solidFill>
                <a:latin typeface="Plus Jakarta Sans"/>
                <a:ea typeface="Plus Jakarta Sans"/>
                <a:cs typeface="Plus Jakarta Sans"/>
              </a:defRPr>
            </a:lvl8pPr>
            <a:lvl9pPr>
              <a:defRPr sz="1725" b="1">
                <a:solidFill>
                  <a:srgbClr val="F15D2B"/>
                </a:solidFill>
                <a:latin typeface="Plus Jakarta Sans"/>
                <a:ea typeface="Plus Jakarta Sans"/>
                <a:cs typeface="Plus Jakarta Sans"/>
              </a:defRPr>
            </a:lvl9pPr>
          </a:lstStyle>
          <a:p xmlns:a="http://schemas.openxmlformats.org/drawingml/2006/main">
            <a:pPr>
              <a:defRPr sz="1725" b="1">
                <a:solidFill>
                  <a:srgbClr val="F15D2B"/>
                </a:solidFill>
                <a:latin typeface="Plus Jakarta Sans"/>
                <a:ea typeface="Plus Jakarta Sans"/>
                <a:cs typeface="Plus Jakarta Sans"/>
              </a:defRPr>
            </a:pPr>
            <a:r>
              <a:rPr sz="1725" b="1">
                <a:solidFill>
                  <a:srgbClr val="F15D2B"/>
                </a:solidFill>
                <a:latin typeface="Plus Jakarta Sans"/>
                <a:ea typeface="Plus Jakarta Sans"/>
                <a:cs typeface="Plus Jakarta Sans"/>
              </a:rPr>
              <a:t>04</a:t>
            </a:r>
          </a:p>
        </p:txBody>
      </p:sp>
      <p:sp>
        <p:nvSpPr>
          <p:cNvPr id="18" name="commitment title 04">
            <a:extLst xmlns:a="http://schemas.openxmlformats.org/drawingml/2006/main">
              <a:ext uri="{FF2B5EF4-FFF2-40B4-BE49-F238E27FC236}">
                <a16:creationId xmlns:a16="http://schemas.microsoft.com/office/drawing/2014/main" id="{3B5C42A7-4F6D-47DC-A6F5-EF7CFF020ED6}"/>
              </a:ext>
            </a:extLst>
          </p:cNvPr>
          <p:cNvSpPr>
            <a:spLocks xmlns:a="http://schemas.openxmlformats.org/drawingml/2006/main" noGrp="1"/>
          </p:cNvSpPr>
          <p:nvPr/>
        </p:nvSpPr>
        <p:spPr>
          <a:xfrm xmlns:a="http://schemas.openxmlformats.org/drawingml/2006/main">
            <a:off x="1524000" y="5114925"/>
            <a:ext cx="809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75" b="1">
                <a:solidFill>
                  <a:srgbClr val="215052"/>
                </a:solidFill>
                <a:latin typeface="Plus Jakarta Sans"/>
                <a:ea typeface="Plus Jakarta Sans"/>
                <a:cs typeface="Plus Jakarta Sans"/>
              </a:defRPr>
            </a:defPPr>
            <a:lvl1pPr>
              <a:defRPr sz="1275" b="1">
                <a:solidFill>
                  <a:srgbClr val="215052"/>
                </a:solidFill>
                <a:latin typeface="Plus Jakarta Sans"/>
                <a:ea typeface="Plus Jakarta Sans"/>
                <a:cs typeface="Plus Jakarta Sans"/>
              </a:defRPr>
            </a:lvl1pPr>
            <a:lvl2pPr>
              <a:defRPr sz="1275" b="1">
                <a:solidFill>
                  <a:srgbClr val="215052"/>
                </a:solidFill>
                <a:latin typeface="Plus Jakarta Sans"/>
                <a:ea typeface="Plus Jakarta Sans"/>
                <a:cs typeface="Plus Jakarta Sans"/>
              </a:defRPr>
            </a:lvl2pPr>
            <a:lvl3pPr>
              <a:defRPr sz="1275" b="1">
                <a:solidFill>
                  <a:srgbClr val="215052"/>
                </a:solidFill>
                <a:latin typeface="Plus Jakarta Sans"/>
                <a:ea typeface="Plus Jakarta Sans"/>
                <a:cs typeface="Plus Jakarta Sans"/>
              </a:defRPr>
            </a:lvl3pPr>
            <a:lvl4pPr>
              <a:defRPr sz="1275" b="1">
                <a:solidFill>
                  <a:srgbClr val="215052"/>
                </a:solidFill>
                <a:latin typeface="Plus Jakarta Sans"/>
                <a:ea typeface="Plus Jakarta Sans"/>
                <a:cs typeface="Plus Jakarta Sans"/>
              </a:defRPr>
            </a:lvl4pPr>
            <a:lvl5pPr>
              <a:defRPr sz="1275" b="1">
                <a:solidFill>
                  <a:srgbClr val="215052"/>
                </a:solidFill>
                <a:latin typeface="Plus Jakarta Sans"/>
                <a:ea typeface="Plus Jakarta Sans"/>
                <a:cs typeface="Plus Jakarta Sans"/>
              </a:defRPr>
            </a:lvl5pPr>
            <a:lvl6pPr>
              <a:defRPr sz="1275" b="1">
                <a:solidFill>
                  <a:srgbClr val="215052"/>
                </a:solidFill>
                <a:latin typeface="Plus Jakarta Sans"/>
                <a:ea typeface="Plus Jakarta Sans"/>
                <a:cs typeface="Plus Jakarta Sans"/>
              </a:defRPr>
            </a:lvl6pPr>
            <a:lvl7pPr>
              <a:defRPr sz="1275" b="1">
                <a:solidFill>
                  <a:srgbClr val="215052"/>
                </a:solidFill>
                <a:latin typeface="Plus Jakarta Sans"/>
                <a:ea typeface="Plus Jakarta Sans"/>
                <a:cs typeface="Plus Jakarta Sans"/>
              </a:defRPr>
            </a:lvl7pPr>
            <a:lvl8pPr>
              <a:defRPr sz="1275" b="1">
                <a:solidFill>
                  <a:srgbClr val="215052"/>
                </a:solidFill>
                <a:latin typeface="Plus Jakarta Sans"/>
                <a:ea typeface="Plus Jakarta Sans"/>
                <a:cs typeface="Plus Jakarta Sans"/>
              </a:defRPr>
            </a:lvl8pPr>
            <a:lvl9pPr>
              <a:defRPr sz="1275" b="1">
                <a:solidFill>
                  <a:srgbClr val="215052"/>
                </a:solidFill>
                <a:latin typeface="Plus Jakarta Sans"/>
                <a:ea typeface="Plus Jakarta Sans"/>
                <a:cs typeface="Plus Jakarta Sans"/>
              </a:defRPr>
            </a:lvl9pPr>
          </a:lstStyle>
          <a:p xmlns:a="http://schemas.openxmlformats.org/drawingml/2006/main">
            <a:pPr>
              <a:defRPr sz="1275" b="1">
                <a:solidFill>
                  <a:srgbClr val="215052"/>
                </a:solidFill>
                <a:latin typeface="Plus Jakarta Sans"/>
                <a:ea typeface="Plus Jakarta Sans"/>
                <a:cs typeface="Plus Jakarta Sans"/>
              </a:defRPr>
            </a:pPr>
            <a:r>
              <a:rPr sz="1275" b="1">
                <a:solidFill>
                  <a:srgbClr val="215052"/>
                </a:solidFill>
                <a:latin typeface="Plus Jakarta Sans"/>
                <a:ea typeface="Plus Jakarta Sans"/>
                <a:cs typeface="Plus Jakarta Sans"/>
              </a:rPr>
              <a:t>Keep connection in the system</a:t>
            </a:r>
          </a:p>
        </p:txBody>
      </p:sp>
      <p:sp>
        <p:nvSpPr>
          <p:cNvPr id="19" name="commitment body 04">
            <a:extLst xmlns:a="http://schemas.openxmlformats.org/drawingml/2006/main">
              <a:ext uri="{FF2B5EF4-FFF2-40B4-BE49-F238E27FC236}">
                <a16:creationId xmlns:a16="http://schemas.microsoft.com/office/drawing/2014/main" id="{54525AD3-CE4E-40D2-B0FE-EB8441D61D2A}"/>
              </a:ext>
            </a:extLst>
          </p:cNvPr>
          <p:cNvSpPr>
            <a:spLocks xmlns:a="http://schemas.openxmlformats.org/drawingml/2006/main" noGrp="1"/>
          </p:cNvSpPr>
          <p:nvPr/>
        </p:nvSpPr>
        <p:spPr>
          <a:xfrm xmlns:a="http://schemas.openxmlformats.org/drawingml/2006/main">
            <a:off x="1524000" y="5381625"/>
            <a:ext cx="9620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a:solidFill>
                  <a:srgbClr val="526669"/>
                </a:solidFill>
                <a:latin typeface="Plus Jakarta Sans"/>
                <a:ea typeface="Plus Jakarta Sans"/>
                <a:cs typeface="Plus Jakarta Sans"/>
              </a:defRPr>
            </a:defPPr>
            <a:lvl1pPr>
              <a:defRPr sz="900">
                <a:solidFill>
                  <a:srgbClr val="526669"/>
                </a:solidFill>
                <a:latin typeface="Plus Jakarta Sans"/>
                <a:ea typeface="Plus Jakarta Sans"/>
                <a:cs typeface="Plus Jakarta Sans"/>
              </a:defRPr>
            </a:lvl1pPr>
            <a:lvl2pPr>
              <a:defRPr sz="900">
                <a:solidFill>
                  <a:srgbClr val="526669"/>
                </a:solidFill>
                <a:latin typeface="Plus Jakarta Sans"/>
                <a:ea typeface="Plus Jakarta Sans"/>
                <a:cs typeface="Plus Jakarta Sans"/>
              </a:defRPr>
            </a:lvl2pPr>
            <a:lvl3pPr>
              <a:defRPr sz="900">
                <a:solidFill>
                  <a:srgbClr val="526669"/>
                </a:solidFill>
                <a:latin typeface="Plus Jakarta Sans"/>
                <a:ea typeface="Plus Jakarta Sans"/>
                <a:cs typeface="Plus Jakarta Sans"/>
              </a:defRPr>
            </a:lvl3pPr>
            <a:lvl4pPr>
              <a:defRPr sz="900">
                <a:solidFill>
                  <a:srgbClr val="526669"/>
                </a:solidFill>
                <a:latin typeface="Plus Jakarta Sans"/>
                <a:ea typeface="Plus Jakarta Sans"/>
                <a:cs typeface="Plus Jakarta Sans"/>
              </a:defRPr>
            </a:lvl4pPr>
            <a:lvl5pPr>
              <a:defRPr sz="900">
                <a:solidFill>
                  <a:srgbClr val="526669"/>
                </a:solidFill>
                <a:latin typeface="Plus Jakarta Sans"/>
                <a:ea typeface="Plus Jakarta Sans"/>
                <a:cs typeface="Plus Jakarta Sans"/>
              </a:defRPr>
            </a:lvl5pPr>
            <a:lvl6pPr>
              <a:defRPr sz="900">
                <a:solidFill>
                  <a:srgbClr val="526669"/>
                </a:solidFill>
                <a:latin typeface="Plus Jakarta Sans"/>
                <a:ea typeface="Plus Jakarta Sans"/>
                <a:cs typeface="Plus Jakarta Sans"/>
              </a:defRPr>
            </a:lvl6pPr>
            <a:lvl7pPr>
              <a:defRPr sz="900">
                <a:solidFill>
                  <a:srgbClr val="526669"/>
                </a:solidFill>
                <a:latin typeface="Plus Jakarta Sans"/>
                <a:ea typeface="Plus Jakarta Sans"/>
                <a:cs typeface="Plus Jakarta Sans"/>
              </a:defRPr>
            </a:lvl7pPr>
            <a:lvl8pPr>
              <a:defRPr sz="900">
                <a:solidFill>
                  <a:srgbClr val="526669"/>
                </a:solidFill>
                <a:latin typeface="Plus Jakarta Sans"/>
                <a:ea typeface="Plus Jakarta Sans"/>
                <a:cs typeface="Plus Jakarta Sans"/>
              </a:defRPr>
            </a:lvl8pPr>
            <a:lvl9pPr>
              <a:defRPr sz="900">
                <a:solidFill>
                  <a:srgbClr val="526669"/>
                </a:solidFill>
                <a:latin typeface="Plus Jakarta Sans"/>
                <a:ea typeface="Plus Jakarta Sans"/>
                <a:cs typeface="Plus Jakarta Sans"/>
              </a:defRPr>
            </a:lvl9pPr>
          </a:lstStyle>
          <a:p xmlns:a="http://schemas.openxmlformats.org/drawingml/2006/main">
            <a:pPr>
              <a:defRPr sz="900">
                <a:solidFill>
                  <a:srgbClr val="526669"/>
                </a:solidFill>
                <a:latin typeface="Plus Jakarta Sans"/>
                <a:ea typeface="Plus Jakarta Sans"/>
                <a:cs typeface="Plus Jakarta Sans"/>
              </a:defRPr>
            </a:pPr>
            <a:r>
              <a:rPr sz="900">
                <a:solidFill>
                  <a:srgbClr val="526669"/>
                </a:solidFill>
                <a:latin typeface="Plus Jakarta Sans"/>
                <a:ea typeface="Plus Jakarta Sans"/>
                <a:cs typeface="Plus Jakarta Sans"/>
              </a:rPr>
              <a:t>Use leadership conversations and support networks to make sustained performance more human and more resilient.</a:t>
            </a:r>
          </a:p>
        </p:txBody>
      </p:sp>
      <p:sp>
        <p:nvSpPr>
          <p:cNvPr id="20" name="footer line">
            <a:extLst xmlns:a="http://schemas.openxmlformats.org/drawingml/2006/main">
              <a:ext uri="{FF2B5EF4-FFF2-40B4-BE49-F238E27FC236}">
                <a16:creationId xmlns:a16="http://schemas.microsoft.com/office/drawing/2014/main" id="{BE737F5D-A626-488B-831B-F2AA67E024F8}"/>
              </a:ext>
            </a:extLst>
          </p:cNvPr>
          <p:cNvSpPr>
            <a:spLocks xmlns:a="http://schemas.openxmlformats.org/drawingml/2006/main" noGrp="1"/>
          </p:cNvSpPr>
          <p:nvPr/>
        </p:nvSpPr>
        <p:spPr>
          <a:xfrm xmlns:a="http://schemas.openxmlformats.org/drawingml/2006/main">
            <a:off x="723900" y="6362700"/>
            <a:ext cx="10744200" cy="9525"/>
          </a:xfrm>
          <a:prstGeom xmlns:a="http://schemas.openxmlformats.org/drawingml/2006/main" prst="rect">
            <a:avLst/>
          </a:prstGeom>
          <a:solidFill xmlns:a="http://schemas.openxmlformats.org/drawingml/2006/main">
            <a:srgbClr val="CADAD9"/>
          </a:solidFill>
          <a:ln xmlns:a="http://schemas.openxmlformats.org/drawingml/2006/main" w="0">
            <a:noFill/>
            <a:prstDash val="solid"/>
          </a:ln>
        </p:spPr>
      </p:sp>
      <p:sp>
        <p:nvSpPr>
          <p:cNvPr id="21" name="footer event name">
            <a:extLst xmlns:a="http://schemas.openxmlformats.org/drawingml/2006/main">
              <a:ext uri="{FF2B5EF4-FFF2-40B4-BE49-F238E27FC236}">
                <a16:creationId xmlns:a16="http://schemas.microsoft.com/office/drawing/2014/main" id="{50E42C9C-C6E2-4307-9D7B-E0F34B9F5315}"/>
              </a:ext>
            </a:extLst>
          </p:cNvPr>
          <p:cNvSpPr>
            <a:spLocks xmlns:a="http://schemas.openxmlformats.org/drawingml/2006/main" noGrp="1"/>
          </p:cNvSpPr>
          <p:nvPr/>
        </p:nvSpPr>
        <p:spPr>
          <a:xfrm xmlns:a="http://schemas.openxmlformats.org/drawingml/2006/main">
            <a:off x="7239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750" b="1">
                <a:solidFill>
                  <a:srgbClr val="526669"/>
                </a:solidFill>
                <a:latin typeface="Plus Jakarta Sans"/>
                <a:ea typeface="Plus Jakarta Sans"/>
                <a:cs typeface="Plus Jakarta Sans"/>
              </a:defRPr>
            </a:defPPr>
            <a:lvl1pPr>
              <a:defRPr sz="750" b="1">
                <a:solidFill>
                  <a:srgbClr val="526669"/>
                </a:solidFill>
                <a:latin typeface="Plus Jakarta Sans"/>
                <a:ea typeface="Plus Jakarta Sans"/>
                <a:cs typeface="Plus Jakarta Sans"/>
              </a:defRPr>
            </a:lvl1pPr>
            <a:lvl2pPr>
              <a:defRPr sz="750" b="1">
                <a:solidFill>
                  <a:srgbClr val="526669"/>
                </a:solidFill>
                <a:latin typeface="Plus Jakarta Sans"/>
                <a:ea typeface="Plus Jakarta Sans"/>
                <a:cs typeface="Plus Jakarta Sans"/>
              </a:defRPr>
            </a:lvl2pPr>
            <a:lvl3pPr>
              <a:defRPr sz="750" b="1">
                <a:solidFill>
                  <a:srgbClr val="526669"/>
                </a:solidFill>
                <a:latin typeface="Plus Jakarta Sans"/>
                <a:ea typeface="Plus Jakarta Sans"/>
                <a:cs typeface="Plus Jakarta Sans"/>
              </a:defRPr>
            </a:lvl3pPr>
            <a:lvl4pPr>
              <a:defRPr sz="750" b="1">
                <a:solidFill>
                  <a:srgbClr val="526669"/>
                </a:solidFill>
                <a:latin typeface="Plus Jakarta Sans"/>
                <a:ea typeface="Plus Jakarta Sans"/>
                <a:cs typeface="Plus Jakarta Sans"/>
              </a:defRPr>
            </a:lvl4pPr>
            <a:lvl5pPr>
              <a:defRPr sz="750" b="1">
                <a:solidFill>
                  <a:srgbClr val="526669"/>
                </a:solidFill>
                <a:latin typeface="Plus Jakarta Sans"/>
                <a:ea typeface="Plus Jakarta Sans"/>
                <a:cs typeface="Plus Jakarta Sans"/>
              </a:defRPr>
            </a:lvl5pPr>
            <a:lvl6pPr>
              <a:defRPr sz="750" b="1">
                <a:solidFill>
                  <a:srgbClr val="526669"/>
                </a:solidFill>
                <a:latin typeface="Plus Jakarta Sans"/>
                <a:ea typeface="Plus Jakarta Sans"/>
                <a:cs typeface="Plus Jakarta Sans"/>
              </a:defRPr>
            </a:lvl6pPr>
            <a:lvl7pPr>
              <a:defRPr sz="750" b="1">
                <a:solidFill>
                  <a:srgbClr val="526669"/>
                </a:solidFill>
                <a:latin typeface="Plus Jakarta Sans"/>
                <a:ea typeface="Plus Jakarta Sans"/>
                <a:cs typeface="Plus Jakarta Sans"/>
              </a:defRPr>
            </a:lvl7pPr>
            <a:lvl8pPr>
              <a:defRPr sz="750" b="1">
                <a:solidFill>
                  <a:srgbClr val="526669"/>
                </a:solidFill>
                <a:latin typeface="Plus Jakarta Sans"/>
                <a:ea typeface="Plus Jakarta Sans"/>
                <a:cs typeface="Plus Jakarta Sans"/>
              </a:defRPr>
            </a:lvl8pPr>
            <a:lvl9pPr>
              <a:defRPr sz="750" b="1">
                <a:solidFill>
                  <a:srgbClr val="526669"/>
                </a:solidFill>
                <a:latin typeface="Plus Jakarta Sans"/>
                <a:ea typeface="Plus Jakarta Sans"/>
                <a:cs typeface="Plus Jakarta Sans"/>
              </a:defRPr>
            </a:lvl9pPr>
          </a:lstStyle>
          <a:p xmlns:a="http://schemas.openxmlformats.org/drawingml/2006/main">
            <a:pPr>
              <a:defRPr sz="750" b="1">
                <a:solidFill>
                  <a:srgbClr val="526669"/>
                </a:solidFill>
                <a:latin typeface="Plus Jakarta Sans"/>
                <a:ea typeface="Plus Jakarta Sans"/>
                <a:cs typeface="Plus Jakarta Sans"/>
              </a:defRPr>
            </a:pPr>
            <a:r>
              <a:rPr sz="750" b="1">
                <a:solidFill>
                  <a:srgbClr val="526669"/>
                </a:solidFill>
                <a:latin typeface="Plus Jakarta Sans"/>
                <a:ea typeface="Plus Jakarta Sans"/>
                <a:cs typeface="Plus Jakarta Sans"/>
              </a:rPr>
              <a:t>ODYSSEY, PARTNER SUMMIT ’26</a:t>
            </a:r>
          </a:p>
        </p:txBody>
      </p:sp>
      <p:sp>
        <p:nvSpPr>
          <p:cNvPr id="22" name="footer page number">
            <a:extLst xmlns:a="http://schemas.openxmlformats.org/drawingml/2006/main">
              <a:ext uri="{FF2B5EF4-FFF2-40B4-BE49-F238E27FC236}">
                <a16:creationId xmlns:a16="http://schemas.microsoft.com/office/drawing/2014/main" id="{066A5CA3-9E62-4BA2-9E16-9D8F5BE43A25}"/>
              </a:ext>
            </a:extLst>
          </p:cNvPr>
          <p:cNvSpPr>
            <a:spLocks xmlns:a="http://schemas.openxmlformats.org/drawingml/2006/main" noGrp="1"/>
          </p:cNvSpPr>
          <p:nvPr/>
        </p:nvSpPr>
        <p:spPr>
          <a:xfrm xmlns:a="http://schemas.openxmlformats.org/drawingml/2006/main">
            <a:off x="11106150" y="6486525"/>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750" b="1">
                <a:solidFill>
                  <a:srgbClr val="526669"/>
                </a:solidFill>
                <a:latin typeface="Plus Jakarta Sans"/>
                <a:ea typeface="Plus Jakarta Sans"/>
                <a:cs typeface="Plus Jakarta Sans"/>
              </a:defRPr>
            </a:defPPr>
            <a:lvl1pPr algn="r">
              <a:defRPr sz="750" b="1">
                <a:solidFill>
                  <a:srgbClr val="526669"/>
                </a:solidFill>
                <a:latin typeface="Plus Jakarta Sans"/>
                <a:ea typeface="Plus Jakarta Sans"/>
                <a:cs typeface="Plus Jakarta Sans"/>
              </a:defRPr>
            </a:lvl1pPr>
            <a:lvl2pPr algn="r">
              <a:defRPr sz="750" b="1">
                <a:solidFill>
                  <a:srgbClr val="526669"/>
                </a:solidFill>
                <a:latin typeface="Plus Jakarta Sans"/>
                <a:ea typeface="Plus Jakarta Sans"/>
                <a:cs typeface="Plus Jakarta Sans"/>
              </a:defRPr>
            </a:lvl2pPr>
            <a:lvl3pPr algn="r">
              <a:defRPr sz="750" b="1">
                <a:solidFill>
                  <a:srgbClr val="526669"/>
                </a:solidFill>
                <a:latin typeface="Plus Jakarta Sans"/>
                <a:ea typeface="Plus Jakarta Sans"/>
                <a:cs typeface="Plus Jakarta Sans"/>
              </a:defRPr>
            </a:lvl3pPr>
            <a:lvl4pPr algn="r">
              <a:defRPr sz="750" b="1">
                <a:solidFill>
                  <a:srgbClr val="526669"/>
                </a:solidFill>
                <a:latin typeface="Plus Jakarta Sans"/>
                <a:ea typeface="Plus Jakarta Sans"/>
                <a:cs typeface="Plus Jakarta Sans"/>
              </a:defRPr>
            </a:lvl4pPr>
            <a:lvl5pPr algn="r">
              <a:defRPr sz="750" b="1">
                <a:solidFill>
                  <a:srgbClr val="526669"/>
                </a:solidFill>
                <a:latin typeface="Plus Jakarta Sans"/>
                <a:ea typeface="Plus Jakarta Sans"/>
                <a:cs typeface="Plus Jakarta Sans"/>
              </a:defRPr>
            </a:lvl5pPr>
            <a:lvl6pPr algn="r">
              <a:defRPr sz="750" b="1">
                <a:solidFill>
                  <a:srgbClr val="526669"/>
                </a:solidFill>
                <a:latin typeface="Plus Jakarta Sans"/>
                <a:ea typeface="Plus Jakarta Sans"/>
                <a:cs typeface="Plus Jakarta Sans"/>
              </a:defRPr>
            </a:lvl6pPr>
            <a:lvl7pPr algn="r">
              <a:defRPr sz="750" b="1">
                <a:solidFill>
                  <a:srgbClr val="526669"/>
                </a:solidFill>
                <a:latin typeface="Plus Jakarta Sans"/>
                <a:ea typeface="Plus Jakarta Sans"/>
                <a:cs typeface="Plus Jakarta Sans"/>
              </a:defRPr>
            </a:lvl7pPr>
            <a:lvl8pPr algn="r">
              <a:defRPr sz="750" b="1">
                <a:solidFill>
                  <a:srgbClr val="526669"/>
                </a:solidFill>
                <a:latin typeface="Plus Jakarta Sans"/>
                <a:ea typeface="Plus Jakarta Sans"/>
                <a:cs typeface="Plus Jakarta Sans"/>
              </a:defRPr>
            </a:lvl8pPr>
            <a:lvl9pPr algn="r">
              <a:defRPr sz="750" b="1">
                <a:solidFill>
                  <a:srgbClr val="526669"/>
                </a:solidFill>
                <a:latin typeface="Plus Jakarta Sans"/>
                <a:ea typeface="Plus Jakarta Sans"/>
                <a:cs typeface="Plus Jakarta Sans"/>
              </a:defRPr>
            </a:lvl9pPr>
          </a:lstStyle>
          <a:p xmlns:a="http://schemas.openxmlformats.org/drawingml/2006/main">
            <a:pPr algn="r">
              <a:defRPr sz="750" b="1">
                <a:solidFill>
                  <a:srgbClr val="526669"/>
                </a:solidFill>
                <a:latin typeface="Plus Jakarta Sans"/>
                <a:ea typeface="Plus Jakarta Sans"/>
                <a:cs typeface="Plus Jakarta Sans"/>
              </a:defRPr>
            </a:pPr>
            <a:r>
              <a:rPr sz="750" b="1">
                <a:solidFill>
                  <a:srgbClr val="526669"/>
                </a:solidFill>
                <a:latin typeface="Plus Jakarta Sans"/>
                <a:ea typeface="Plus Jakarta Sans"/>
                <a:cs typeface="Plus Jakarta Sans"/>
              </a:rPr>
              <a:t>07</a:t>
            </a:r>
          </a:p>
        </p:txBody>
      </p:sp>
    </p:spTree>
    <p:extLst>
      <p:ext uri="{BB962C8B-B14F-4D97-AF65-F5344CB8AC3E}">
        <p14:creationId xmlns:p14="http://schemas.microsoft.com/office/powerpoint/2010/main" val="773892092"/>
      </p:ext>
    </p:extLst>
  </p:cSld>
</p:sld>
</file>

<file path=ppt/slides/slide8.xml><?xml version="1.0" encoding="utf-8"?>
<p:sld xmlns:p="http://schemas.openxmlformats.org/presentationml/2006/main">
  <p:cSld>
    <p:bg>
      <p:bgPr>
        <a:solidFill xmlns:a="http://schemas.openxmlformats.org/drawingml/2006/main">
          <a:srgbClr val="215052"/>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60996D59-DBDF-48A2-BFC4-21B4DB44F1C2}"/>
              </a:ext>
            </a:extLst>
          </p:cNvPr>
          <p:cNvPicPr>
            <a:picLocks xmlns:a="http://schemas.openxmlformats.org/drawingml/2006/main" noChangeAspect="1"/>
          </p:cNvPicPr>
          <p:nvPr/>
        </p:nvPicPr>
        <p:blipFill>
          <a:blip xmlns:r="http://schemas.openxmlformats.org/officeDocument/2006/relationships" xmlns:a="http://schemas.openxmlformats.org/drawingml/2006/main" r:embed="R26218d90081b4a7f"/>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closing photo overlay">
            <a:extLst xmlns:a="http://schemas.openxmlformats.org/drawingml/2006/main">
              <a:ext uri="{FF2B5EF4-FFF2-40B4-BE49-F238E27FC236}">
                <a16:creationId xmlns:a16="http://schemas.microsoft.com/office/drawing/2014/main" id="{5738510D-7E05-48DC-BDB0-9B5639172FE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B383B">
              <a:alpha val="88000"/>
            </a:srgbClr>
          </a:solidFill>
          <a:ln xmlns:a="http://schemas.openxmlformats.org/drawingml/2006/main" w="0">
            <a:noFill/>
            <a:prstDash val="solid"/>
          </a:ln>
        </p:spPr>
      </p:sp>
      <p:sp>
        <p:nvSpPr>
          <p:cNvPr id="3" name="BOT Consulting wordmark">
            <a:extLst xmlns:a="http://schemas.openxmlformats.org/drawingml/2006/main">
              <a:ext uri="{FF2B5EF4-FFF2-40B4-BE49-F238E27FC236}">
                <a16:creationId xmlns:a16="http://schemas.microsoft.com/office/drawing/2014/main" id="{AE758890-89EE-4EA8-9450-258DC9C97450}"/>
              </a:ext>
            </a:extLst>
          </p:cNvPr>
          <p:cNvSpPr>
            <a:spLocks xmlns:a="http://schemas.openxmlformats.org/drawingml/2006/main" noGrp="1"/>
          </p:cNvSpPr>
          <p:nvPr/>
        </p:nvSpPr>
        <p:spPr>
          <a:xfrm xmlns:a="http://schemas.openxmlformats.org/drawingml/2006/main">
            <a:off x="723900" y="400050"/>
            <a:ext cx="2238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1">
                <a:solidFill>
                  <a:srgbClr val="FFFFFF"/>
                </a:solidFill>
                <a:latin typeface="Plus Jakarta Sans"/>
                <a:ea typeface="Plus Jakarta Sans"/>
                <a:cs typeface="Plus Jakarta Sans"/>
              </a:defRPr>
            </a:defPPr>
            <a:lvl1pPr>
              <a:defRPr sz="1125" b="1">
                <a:solidFill>
                  <a:srgbClr val="FFFFFF"/>
                </a:solidFill>
                <a:latin typeface="Plus Jakarta Sans"/>
                <a:ea typeface="Plus Jakarta Sans"/>
                <a:cs typeface="Plus Jakarta Sans"/>
              </a:defRPr>
            </a:lvl1pPr>
            <a:lvl2pPr>
              <a:defRPr sz="1125" b="1">
                <a:solidFill>
                  <a:srgbClr val="FFFFFF"/>
                </a:solidFill>
                <a:latin typeface="Plus Jakarta Sans"/>
                <a:ea typeface="Plus Jakarta Sans"/>
                <a:cs typeface="Plus Jakarta Sans"/>
              </a:defRPr>
            </a:lvl2pPr>
            <a:lvl3pPr>
              <a:defRPr sz="1125" b="1">
                <a:solidFill>
                  <a:srgbClr val="FFFFFF"/>
                </a:solidFill>
                <a:latin typeface="Plus Jakarta Sans"/>
                <a:ea typeface="Plus Jakarta Sans"/>
                <a:cs typeface="Plus Jakarta Sans"/>
              </a:defRPr>
            </a:lvl3pPr>
            <a:lvl4pPr>
              <a:defRPr sz="1125" b="1">
                <a:solidFill>
                  <a:srgbClr val="FFFFFF"/>
                </a:solidFill>
                <a:latin typeface="Plus Jakarta Sans"/>
                <a:ea typeface="Plus Jakarta Sans"/>
                <a:cs typeface="Plus Jakarta Sans"/>
              </a:defRPr>
            </a:lvl4pPr>
            <a:lvl5pPr>
              <a:defRPr sz="1125" b="1">
                <a:solidFill>
                  <a:srgbClr val="FFFFFF"/>
                </a:solidFill>
                <a:latin typeface="Plus Jakarta Sans"/>
                <a:ea typeface="Plus Jakarta Sans"/>
                <a:cs typeface="Plus Jakarta Sans"/>
              </a:defRPr>
            </a:lvl5pPr>
            <a:lvl6pPr>
              <a:defRPr sz="1125" b="1">
                <a:solidFill>
                  <a:srgbClr val="FFFFFF"/>
                </a:solidFill>
                <a:latin typeface="Plus Jakarta Sans"/>
                <a:ea typeface="Plus Jakarta Sans"/>
                <a:cs typeface="Plus Jakarta Sans"/>
              </a:defRPr>
            </a:lvl6pPr>
            <a:lvl7pPr>
              <a:defRPr sz="1125" b="1">
                <a:solidFill>
                  <a:srgbClr val="FFFFFF"/>
                </a:solidFill>
                <a:latin typeface="Plus Jakarta Sans"/>
                <a:ea typeface="Plus Jakarta Sans"/>
                <a:cs typeface="Plus Jakarta Sans"/>
              </a:defRPr>
            </a:lvl7pPr>
            <a:lvl8pPr>
              <a:defRPr sz="1125" b="1">
                <a:solidFill>
                  <a:srgbClr val="FFFFFF"/>
                </a:solidFill>
                <a:latin typeface="Plus Jakarta Sans"/>
                <a:ea typeface="Plus Jakarta Sans"/>
                <a:cs typeface="Plus Jakarta Sans"/>
              </a:defRPr>
            </a:lvl8pPr>
            <a:lvl9pPr>
              <a:defRPr sz="1125" b="1">
                <a:solidFill>
                  <a:srgbClr val="FFFFFF"/>
                </a:solidFill>
                <a:latin typeface="Plus Jakarta Sans"/>
                <a:ea typeface="Plus Jakarta Sans"/>
                <a:cs typeface="Plus Jakarta Sans"/>
              </a:defRPr>
            </a:lvl9pPr>
          </a:lstStyle>
          <a:p xmlns:a="http://schemas.openxmlformats.org/drawingml/2006/main">
            <a:pPr>
              <a:defRPr sz="1125" b="1">
                <a:solidFill>
                  <a:srgbClr val="FFFFFF"/>
                </a:solidFill>
                <a:latin typeface="Plus Jakarta Sans"/>
                <a:ea typeface="Plus Jakarta Sans"/>
                <a:cs typeface="Plus Jakarta Sans"/>
              </a:defRPr>
            </a:pPr>
            <a:r>
              <a:rPr sz="1125" b="1">
                <a:solidFill>
                  <a:srgbClr val="FFFFFF"/>
                </a:solidFill>
                <a:latin typeface="Plus Jakarta Sans"/>
                <a:ea typeface="Plus Jakarta Sans"/>
                <a:cs typeface="Plus Jakarta Sans"/>
              </a:rPr>
              <a:t>BOT CONSULTING</a:t>
            </a:r>
          </a:p>
        </p:txBody>
      </p:sp>
      <p:sp>
        <p:nvSpPr>
          <p:cNvPr id="4" name="BOT accent">
            <a:extLst xmlns:a="http://schemas.openxmlformats.org/drawingml/2006/main">
              <a:ext uri="{FF2B5EF4-FFF2-40B4-BE49-F238E27FC236}">
                <a16:creationId xmlns:a16="http://schemas.microsoft.com/office/drawing/2014/main" id="{50A7A76D-4B4D-4FE3-B80C-7DD7798B233E}"/>
              </a:ext>
            </a:extLst>
          </p:cNvPr>
          <p:cNvSpPr>
            <a:spLocks xmlns:a="http://schemas.openxmlformats.org/drawingml/2006/main" noGrp="1"/>
          </p:cNvSpPr>
          <p:nvPr/>
        </p:nvSpPr>
        <p:spPr>
          <a:xfrm xmlns:a="http://schemas.openxmlformats.org/drawingml/2006/main">
            <a:off x="514350" y="457200"/>
            <a:ext cx="95250" cy="95250"/>
          </a:xfrm>
          <a:prstGeom xmlns:a="http://schemas.openxmlformats.org/drawingml/2006/main" prst="ellipse">
            <a:avLst/>
          </a:prstGeom>
          <a:solidFill xmlns:a="http://schemas.openxmlformats.org/drawingml/2006/main">
            <a:srgbClr val="3EC3D6"/>
          </a:solidFill>
          <a:ln xmlns:a="http://schemas.openxmlformats.org/drawingml/2006/main" w="0">
            <a:noFill/>
            <a:prstDash val="solid"/>
          </a:ln>
        </p:spPr>
      </p:sp>
      <p:sp>
        <p:nvSpPr>
          <p:cNvPr id="5" name="label Odyssey 2026">
            <a:extLst xmlns:a="http://schemas.openxmlformats.org/drawingml/2006/main">
              <a:ext uri="{FF2B5EF4-FFF2-40B4-BE49-F238E27FC236}">
                <a16:creationId xmlns:a16="http://schemas.microsoft.com/office/drawing/2014/main" id="{5A9AB5AF-B720-4A2B-BA79-9F10F05F5ACE}"/>
              </a:ext>
            </a:extLst>
          </p:cNvPr>
          <p:cNvSpPr>
            <a:spLocks xmlns:a="http://schemas.openxmlformats.org/drawingml/2006/main" noGrp="1"/>
          </p:cNvSpPr>
          <p:nvPr/>
        </p:nvSpPr>
        <p:spPr>
          <a:xfrm xmlns:a="http://schemas.openxmlformats.org/drawingml/2006/main">
            <a:off x="723900" y="1343025"/>
            <a:ext cx="2286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b="1">
                <a:solidFill>
                  <a:srgbClr val="3EC3D6"/>
                </a:solidFill>
                <a:latin typeface="Plus Jakarta Sans"/>
                <a:ea typeface="Plus Jakarta Sans"/>
                <a:cs typeface="Plus Jakarta Sans"/>
              </a:defRPr>
            </a:defPPr>
            <a:lvl1pPr>
              <a:defRPr sz="900" b="1">
                <a:solidFill>
                  <a:srgbClr val="3EC3D6"/>
                </a:solidFill>
                <a:latin typeface="Plus Jakarta Sans"/>
                <a:ea typeface="Plus Jakarta Sans"/>
                <a:cs typeface="Plus Jakarta Sans"/>
              </a:defRPr>
            </a:lvl1pPr>
            <a:lvl2pPr>
              <a:defRPr sz="900" b="1">
                <a:solidFill>
                  <a:srgbClr val="3EC3D6"/>
                </a:solidFill>
                <a:latin typeface="Plus Jakarta Sans"/>
                <a:ea typeface="Plus Jakarta Sans"/>
                <a:cs typeface="Plus Jakarta Sans"/>
              </a:defRPr>
            </a:lvl2pPr>
            <a:lvl3pPr>
              <a:defRPr sz="900" b="1">
                <a:solidFill>
                  <a:srgbClr val="3EC3D6"/>
                </a:solidFill>
                <a:latin typeface="Plus Jakarta Sans"/>
                <a:ea typeface="Plus Jakarta Sans"/>
                <a:cs typeface="Plus Jakarta Sans"/>
              </a:defRPr>
            </a:lvl3pPr>
            <a:lvl4pPr>
              <a:defRPr sz="900" b="1">
                <a:solidFill>
                  <a:srgbClr val="3EC3D6"/>
                </a:solidFill>
                <a:latin typeface="Plus Jakarta Sans"/>
                <a:ea typeface="Plus Jakarta Sans"/>
                <a:cs typeface="Plus Jakarta Sans"/>
              </a:defRPr>
            </a:lvl4pPr>
            <a:lvl5pPr>
              <a:defRPr sz="900" b="1">
                <a:solidFill>
                  <a:srgbClr val="3EC3D6"/>
                </a:solidFill>
                <a:latin typeface="Plus Jakarta Sans"/>
                <a:ea typeface="Plus Jakarta Sans"/>
                <a:cs typeface="Plus Jakarta Sans"/>
              </a:defRPr>
            </a:lvl5pPr>
            <a:lvl6pPr>
              <a:defRPr sz="900" b="1">
                <a:solidFill>
                  <a:srgbClr val="3EC3D6"/>
                </a:solidFill>
                <a:latin typeface="Plus Jakarta Sans"/>
                <a:ea typeface="Plus Jakarta Sans"/>
                <a:cs typeface="Plus Jakarta Sans"/>
              </a:defRPr>
            </a:lvl6pPr>
            <a:lvl7pPr>
              <a:defRPr sz="900" b="1">
                <a:solidFill>
                  <a:srgbClr val="3EC3D6"/>
                </a:solidFill>
                <a:latin typeface="Plus Jakarta Sans"/>
                <a:ea typeface="Plus Jakarta Sans"/>
                <a:cs typeface="Plus Jakarta Sans"/>
              </a:defRPr>
            </a:lvl7pPr>
            <a:lvl8pPr>
              <a:defRPr sz="900" b="1">
                <a:solidFill>
                  <a:srgbClr val="3EC3D6"/>
                </a:solidFill>
                <a:latin typeface="Plus Jakarta Sans"/>
                <a:ea typeface="Plus Jakarta Sans"/>
                <a:cs typeface="Plus Jakarta Sans"/>
              </a:defRPr>
            </a:lvl8pPr>
            <a:lvl9pPr>
              <a:defRPr sz="900" b="1">
                <a:solidFill>
                  <a:srgbClr val="3EC3D6"/>
                </a:solidFill>
                <a:latin typeface="Plus Jakarta Sans"/>
                <a:ea typeface="Plus Jakarta Sans"/>
                <a:cs typeface="Plus Jakarta Sans"/>
              </a:defRPr>
            </a:lvl9pPr>
          </a:lstStyle>
          <a:p xmlns:a="http://schemas.openxmlformats.org/drawingml/2006/main">
            <a:pPr>
              <a:defRPr sz="900" b="1">
                <a:solidFill>
                  <a:srgbClr val="3EC3D6"/>
                </a:solidFill>
                <a:latin typeface="Plus Jakarta Sans"/>
                <a:ea typeface="Plus Jakarta Sans"/>
                <a:cs typeface="Plus Jakarta Sans"/>
              </a:defRPr>
            </a:pPr>
            <a:r>
              <a:rPr sz="900" b="1">
                <a:solidFill>
                  <a:srgbClr val="3EC3D6"/>
                </a:solidFill>
                <a:latin typeface="Plus Jakarta Sans"/>
                <a:ea typeface="Plus Jakarta Sans"/>
                <a:cs typeface="Plus Jakarta Sans"/>
              </a:rPr>
              <a:t>ODYSSEY 2026</a:t>
            </a:r>
          </a:p>
        </p:txBody>
      </p:sp>
      <p:sp>
        <p:nvSpPr>
          <p:cNvPr id="6" name="closing headline one">
            <a:extLst xmlns:a="http://schemas.openxmlformats.org/drawingml/2006/main">
              <a:ext uri="{FF2B5EF4-FFF2-40B4-BE49-F238E27FC236}">
                <a16:creationId xmlns:a16="http://schemas.microsoft.com/office/drawing/2014/main" id="{0B62C44B-BD36-46A7-ACF7-28FA69D55C21}"/>
              </a:ext>
            </a:extLst>
          </p:cNvPr>
          <p:cNvSpPr>
            <a:spLocks xmlns:a="http://schemas.openxmlformats.org/drawingml/2006/main" noGrp="1"/>
          </p:cNvSpPr>
          <p:nvPr/>
        </p:nvSpPr>
        <p:spPr>
          <a:xfrm xmlns:a="http://schemas.openxmlformats.org/drawingml/2006/main">
            <a:off x="723900" y="1838325"/>
            <a:ext cx="8001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225" b="1">
                <a:solidFill>
                  <a:srgbClr val="FFFFFF"/>
                </a:solidFill>
                <a:latin typeface="Plus Jakarta Sans"/>
                <a:ea typeface="Plus Jakarta Sans"/>
                <a:cs typeface="Plus Jakarta Sans"/>
              </a:defRPr>
            </a:defPPr>
            <a:lvl1pPr>
              <a:defRPr sz="3225" b="1">
                <a:solidFill>
                  <a:srgbClr val="FFFFFF"/>
                </a:solidFill>
                <a:latin typeface="Plus Jakarta Sans"/>
                <a:ea typeface="Plus Jakarta Sans"/>
                <a:cs typeface="Plus Jakarta Sans"/>
              </a:defRPr>
            </a:lvl1pPr>
            <a:lvl2pPr>
              <a:defRPr sz="3225" b="1">
                <a:solidFill>
                  <a:srgbClr val="FFFFFF"/>
                </a:solidFill>
                <a:latin typeface="Plus Jakarta Sans"/>
                <a:ea typeface="Plus Jakarta Sans"/>
                <a:cs typeface="Plus Jakarta Sans"/>
              </a:defRPr>
            </a:lvl2pPr>
            <a:lvl3pPr>
              <a:defRPr sz="3225" b="1">
                <a:solidFill>
                  <a:srgbClr val="FFFFFF"/>
                </a:solidFill>
                <a:latin typeface="Plus Jakarta Sans"/>
                <a:ea typeface="Plus Jakarta Sans"/>
                <a:cs typeface="Plus Jakarta Sans"/>
              </a:defRPr>
            </a:lvl3pPr>
            <a:lvl4pPr>
              <a:defRPr sz="3225" b="1">
                <a:solidFill>
                  <a:srgbClr val="FFFFFF"/>
                </a:solidFill>
                <a:latin typeface="Plus Jakarta Sans"/>
                <a:ea typeface="Plus Jakarta Sans"/>
                <a:cs typeface="Plus Jakarta Sans"/>
              </a:defRPr>
            </a:lvl4pPr>
            <a:lvl5pPr>
              <a:defRPr sz="3225" b="1">
                <a:solidFill>
                  <a:srgbClr val="FFFFFF"/>
                </a:solidFill>
                <a:latin typeface="Plus Jakarta Sans"/>
                <a:ea typeface="Plus Jakarta Sans"/>
                <a:cs typeface="Plus Jakarta Sans"/>
              </a:defRPr>
            </a:lvl5pPr>
            <a:lvl6pPr>
              <a:defRPr sz="3225" b="1">
                <a:solidFill>
                  <a:srgbClr val="FFFFFF"/>
                </a:solidFill>
                <a:latin typeface="Plus Jakarta Sans"/>
                <a:ea typeface="Plus Jakarta Sans"/>
                <a:cs typeface="Plus Jakarta Sans"/>
              </a:defRPr>
            </a:lvl6pPr>
            <a:lvl7pPr>
              <a:defRPr sz="3225" b="1">
                <a:solidFill>
                  <a:srgbClr val="FFFFFF"/>
                </a:solidFill>
                <a:latin typeface="Plus Jakarta Sans"/>
                <a:ea typeface="Plus Jakarta Sans"/>
                <a:cs typeface="Plus Jakarta Sans"/>
              </a:defRPr>
            </a:lvl7pPr>
            <a:lvl8pPr>
              <a:defRPr sz="3225" b="1">
                <a:solidFill>
                  <a:srgbClr val="FFFFFF"/>
                </a:solidFill>
                <a:latin typeface="Plus Jakarta Sans"/>
                <a:ea typeface="Plus Jakarta Sans"/>
                <a:cs typeface="Plus Jakarta Sans"/>
              </a:defRPr>
            </a:lvl8pPr>
            <a:lvl9pPr>
              <a:defRPr sz="3225" b="1">
                <a:solidFill>
                  <a:srgbClr val="FFFFFF"/>
                </a:solidFill>
                <a:latin typeface="Plus Jakarta Sans"/>
                <a:ea typeface="Plus Jakarta Sans"/>
                <a:cs typeface="Plus Jakarta Sans"/>
              </a:defRPr>
            </a:lvl9pPr>
          </a:lstStyle>
          <a:p xmlns:a="http://schemas.openxmlformats.org/drawingml/2006/main">
            <a:pPr>
              <a:defRPr sz="3225" b="1">
                <a:solidFill>
                  <a:srgbClr val="FFFFFF"/>
                </a:solidFill>
                <a:latin typeface="Plus Jakarta Sans"/>
                <a:ea typeface="Plus Jakarta Sans"/>
                <a:cs typeface="Plus Jakarta Sans"/>
              </a:defRPr>
            </a:pPr>
            <a:r>
              <a:rPr sz="3225" b="1">
                <a:solidFill>
                  <a:srgbClr val="FFFFFF"/>
                </a:solidFill>
                <a:latin typeface="Plus Jakarta Sans"/>
                <a:ea typeface="Plus Jakarta Sans"/>
                <a:cs typeface="Plus Jakarta Sans"/>
              </a:rPr>
              <a:t>The ideas travelled.</a:t>
            </a:r>
          </a:p>
        </p:txBody>
      </p:sp>
      <p:sp>
        <p:nvSpPr>
          <p:cNvPr id="7" name="closing headline two">
            <a:extLst xmlns:a="http://schemas.openxmlformats.org/drawingml/2006/main">
              <a:ext uri="{FF2B5EF4-FFF2-40B4-BE49-F238E27FC236}">
                <a16:creationId xmlns:a16="http://schemas.microsoft.com/office/drawing/2014/main" id="{51A3A72C-0C83-4E77-86AE-6ED5ED80B074}"/>
              </a:ext>
            </a:extLst>
          </p:cNvPr>
          <p:cNvSpPr>
            <a:spLocks xmlns:a="http://schemas.openxmlformats.org/drawingml/2006/main" noGrp="1"/>
          </p:cNvSpPr>
          <p:nvPr/>
        </p:nvSpPr>
        <p:spPr>
          <a:xfrm xmlns:a="http://schemas.openxmlformats.org/drawingml/2006/main">
            <a:off x="723900" y="2362200"/>
            <a:ext cx="8572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225" b="1">
                <a:solidFill>
                  <a:srgbClr val="FFFFFF"/>
                </a:solidFill>
                <a:latin typeface="Plus Jakarta Sans"/>
                <a:ea typeface="Plus Jakarta Sans"/>
                <a:cs typeface="Plus Jakarta Sans"/>
              </a:defRPr>
            </a:defPPr>
            <a:lvl1pPr>
              <a:defRPr sz="3225" b="1">
                <a:solidFill>
                  <a:srgbClr val="FFFFFF"/>
                </a:solidFill>
                <a:latin typeface="Plus Jakarta Sans"/>
                <a:ea typeface="Plus Jakarta Sans"/>
                <a:cs typeface="Plus Jakarta Sans"/>
              </a:defRPr>
            </a:lvl1pPr>
            <a:lvl2pPr>
              <a:defRPr sz="3225" b="1">
                <a:solidFill>
                  <a:srgbClr val="FFFFFF"/>
                </a:solidFill>
                <a:latin typeface="Plus Jakarta Sans"/>
                <a:ea typeface="Plus Jakarta Sans"/>
                <a:cs typeface="Plus Jakarta Sans"/>
              </a:defRPr>
            </a:lvl2pPr>
            <a:lvl3pPr>
              <a:defRPr sz="3225" b="1">
                <a:solidFill>
                  <a:srgbClr val="FFFFFF"/>
                </a:solidFill>
                <a:latin typeface="Plus Jakarta Sans"/>
                <a:ea typeface="Plus Jakarta Sans"/>
                <a:cs typeface="Plus Jakarta Sans"/>
              </a:defRPr>
            </a:lvl3pPr>
            <a:lvl4pPr>
              <a:defRPr sz="3225" b="1">
                <a:solidFill>
                  <a:srgbClr val="FFFFFF"/>
                </a:solidFill>
                <a:latin typeface="Plus Jakarta Sans"/>
                <a:ea typeface="Plus Jakarta Sans"/>
                <a:cs typeface="Plus Jakarta Sans"/>
              </a:defRPr>
            </a:lvl4pPr>
            <a:lvl5pPr>
              <a:defRPr sz="3225" b="1">
                <a:solidFill>
                  <a:srgbClr val="FFFFFF"/>
                </a:solidFill>
                <a:latin typeface="Plus Jakarta Sans"/>
                <a:ea typeface="Plus Jakarta Sans"/>
                <a:cs typeface="Plus Jakarta Sans"/>
              </a:defRPr>
            </a:lvl5pPr>
            <a:lvl6pPr>
              <a:defRPr sz="3225" b="1">
                <a:solidFill>
                  <a:srgbClr val="FFFFFF"/>
                </a:solidFill>
                <a:latin typeface="Plus Jakarta Sans"/>
                <a:ea typeface="Plus Jakarta Sans"/>
                <a:cs typeface="Plus Jakarta Sans"/>
              </a:defRPr>
            </a:lvl6pPr>
            <a:lvl7pPr>
              <a:defRPr sz="3225" b="1">
                <a:solidFill>
                  <a:srgbClr val="FFFFFF"/>
                </a:solidFill>
                <a:latin typeface="Plus Jakarta Sans"/>
                <a:ea typeface="Plus Jakarta Sans"/>
                <a:cs typeface="Plus Jakarta Sans"/>
              </a:defRPr>
            </a:lvl7pPr>
            <a:lvl8pPr>
              <a:defRPr sz="3225" b="1">
                <a:solidFill>
                  <a:srgbClr val="FFFFFF"/>
                </a:solidFill>
                <a:latin typeface="Plus Jakarta Sans"/>
                <a:ea typeface="Plus Jakarta Sans"/>
                <a:cs typeface="Plus Jakarta Sans"/>
              </a:defRPr>
            </a:lvl8pPr>
            <a:lvl9pPr>
              <a:defRPr sz="3225" b="1">
                <a:solidFill>
                  <a:srgbClr val="FFFFFF"/>
                </a:solidFill>
                <a:latin typeface="Plus Jakarta Sans"/>
                <a:ea typeface="Plus Jakarta Sans"/>
                <a:cs typeface="Plus Jakarta Sans"/>
              </a:defRPr>
            </a:lvl9pPr>
          </a:lstStyle>
          <a:p xmlns:a="http://schemas.openxmlformats.org/drawingml/2006/main">
            <a:pPr>
              <a:defRPr sz="3225" b="1">
                <a:solidFill>
                  <a:srgbClr val="FFFFFF"/>
                </a:solidFill>
                <a:latin typeface="Plus Jakarta Sans"/>
                <a:ea typeface="Plus Jakarta Sans"/>
                <a:cs typeface="Plus Jakarta Sans"/>
              </a:defRPr>
            </a:pPr>
            <a:r>
              <a:rPr sz="3225" b="1">
                <a:solidFill>
                  <a:srgbClr val="FFFFFF"/>
                </a:solidFill>
                <a:latin typeface="Plus Jakarta Sans"/>
                <a:ea typeface="Plus Jakarta Sans"/>
                <a:cs typeface="Plus Jakarta Sans"/>
              </a:rPr>
              <a:t>The people made it matter.</a:t>
            </a:r>
          </a:p>
        </p:txBody>
      </p:sp>
      <p:sp>
        <p:nvSpPr>
          <p:cNvPr id="8" name="closing thanks">
            <a:extLst xmlns:a="http://schemas.openxmlformats.org/drawingml/2006/main">
              <a:ext uri="{FF2B5EF4-FFF2-40B4-BE49-F238E27FC236}">
                <a16:creationId xmlns:a16="http://schemas.microsoft.com/office/drawing/2014/main" id="{0ED3C167-516B-4472-AEDF-28925DB6ABBD}"/>
              </a:ext>
            </a:extLst>
          </p:cNvPr>
          <p:cNvSpPr>
            <a:spLocks xmlns:a="http://schemas.openxmlformats.org/drawingml/2006/main" noGrp="1"/>
          </p:cNvSpPr>
          <p:nvPr/>
        </p:nvSpPr>
        <p:spPr>
          <a:xfrm xmlns:a="http://schemas.openxmlformats.org/drawingml/2006/main">
            <a:off x="723900" y="3133725"/>
            <a:ext cx="5238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75">
                <a:solidFill>
                  <a:srgbClr val="D8E9E8"/>
                </a:solidFill>
                <a:latin typeface="Plus Jakarta Sans"/>
                <a:ea typeface="Plus Jakarta Sans"/>
                <a:cs typeface="Plus Jakarta Sans"/>
              </a:defRPr>
            </a:defPPr>
            <a:lvl1pPr>
              <a:defRPr sz="1275">
                <a:solidFill>
                  <a:srgbClr val="D8E9E8"/>
                </a:solidFill>
                <a:latin typeface="Plus Jakarta Sans"/>
                <a:ea typeface="Plus Jakarta Sans"/>
                <a:cs typeface="Plus Jakarta Sans"/>
              </a:defRPr>
            </a:lvl1pPr>
            <a:lvl2pPr>
              <a:defRPr sz="1275">
                <a:solidFill>
                  <a:srgbClr val="D8E9E8"/>
                </a:solidFill>
                <a:latin typeface="Plus Jakarta Sans"/>
                <a:ea typeface="Plus Jakarta Sans"/>
                <a:cs typeface="Plus Jakarta Sans"/>
              </a:defRPr>
            </a:lvl2pPr>
            <a:lvl3pPr>
              <a:defRPr sz="1275">
                <a:solidFill>
                  <a:srgbClr val="D8E9E8"/>
                </a:solidFill>
                <a:latin typeface="Plus Jakarta Sans"/>
                <a:ea typeface="Plus Jakarta Sans"/>
                <a:cs typeface="Plus Jakarta Sans"/>
              </a:defRPr>
            </a:lvl3pPr>
            <a:lvl4pPr>
              <a:defRPr sz="1275">
                <a:solidFill>
                  <a:srgbClr val="D8E9E8"/>
                </a:solidFill>
                <a:latin typeface="Plus Jakarta Sans"/>
                <a:ea typeface="Plus Jakarta Sans"/>
                <a:cs typeface="Plus Jakarta Sans"/>
              </a:defRPr>
            </a:lvl4pPr>
            <a:lvl5pPr>
              <a:defRPr sz="1275">
                <a:solidFill>
                  <a:srgbClr val="D8E9E8"/>
                </a:solidFill>
                <a:latin typeface="Plus Jakarta Sans"/>
                <a:ea typeface="Plus Jakarta Sans"/>
                <a:cs typeface="Plus Jakarta Sans"/>
              </a:defRPr>
            </a:lvl5pPr>
            <a:lvl6pPr>
              <a:defRPr sz="1275">
                <a:solidFill>
                  <a:srgbClr val="D8E9E8"/>
                </a:solidFill>
                <a:latin typeface="Plus Jakarta Sans"/>
                <a:ea typeface="Plus Jakarta Sans"/>
                <a:cs typeface="Plus Jakarta Sans"/>
              </a:defRPr>
            </a:lvl6pPr>
            <a:lvl7pPr>
              <a:defRPr sz="1275">
                <a:solidFill>
                  <a:srgbClr val="D8E9E8"/>
                </a:solidFill>
                <a:latin typeface="Plus Jakarta Sans"/>
                <a:ea typeface="Plus Jakarta Sans"/>
                <a:cs typeface="Plus Jakarta Sans"/>
              </a:defRPr>
            </a:lvl7pPr>
            <a:lvl8pPr>
              <a:defRPr sz="1275">
                <a:solidFill>
                  <a:srgbClr val="D8E9E8"/>
                </a:solidFill>
                <a:latin typeface="Plus Jakarta Sans"/>
                <a:ea typeface="Plus Jakarta Sans"/>
                <a:cs typeface="Plus Jakarta Sans"/>
              </a:defRPr>
            </a:lvl8pPr>
            <a:lvl9pPr>
              <a:defRPr sz="1275">
                <a:solidFill>
                  <a:srgbClr val="D8E9E8"/>
                </a:solidFill>
                <a:latin typeface="Plus Jakarta Sans"/>
                <a:ea typeface="Plus Jakarta Sans"/>
                <a:cs typeface="Plus Jakarta Sans"/>
              </a:defRPr>
            </a:lvl9pPr>
          </a:lstStyle>
          <a:p xmlns:a="http://schemas.openxmlformats.org/drawingml/2006/main">
            <a:pPr>
              <a:defRPr sz="1275">
                <a:solidFill>
                  <a:srgbClr val="D8E9E8"/>
                </a:solidFill>
                <a:latin typeface="Plus Jakarta Sans"/>
                <a:ea typeface="Plus Jakarta Sans"/>
                <a:cs typeface="Plus Jakarta Sans"/>
              </a:defRPr>
            </a:pPr>
            <a:r>
              <a:rPr sz="1275">
                <a:solidFill>
                  <a:srgbClr val="D8E9E8"/>
                </a:solidFill>
                <a:latin typeface="Plus Jakarta Sans"/>
                <a:ea typeface="Plus Jakarta Sans"/>
                <a:cs typeface="Plus Jakarta Sans"/>
              </a:rPr>
              <a:t>Thank you to our partners, speakers, teams and guests for making Odyssey, Partner Summit ’26 a generous, grounded and forward-looking gathering.</a:t>
            </a:r>
          </a:p>
        </p:txBody>
      </p:sp>
      <p:sp>
        <p:nvSpPr>
          <p:cNvPr id="9" name="closing contact details">
            <a:extLst xmlns:a="http://schemas.openxmlformats.org/drawingml/2006/main">
              <a:ext uri="{FF2B5EF4-FFF2-40B4-BE49-F238E27FC236}">
                <a16:creationId xmlns:a16="http://schemas.microsoft.com/office/drawing/2014/main" id="{5574ABC3-03B6-4159-A46E-CDFFF106CEF0}"/>
              </a:ext>
            </a:extLst>
          </p:cNvPr>
          <p:cNvSpPr>
            <a:spLocks xmlns:a="http://schemas.openxmlformats.org/drawingml/2006/main" noGrp="1"/>
          </p:cNvSpPr>
          <p:nvPr/>
        </p:nvSpPr>
        <p:spPr>
          <a:xfrm xmlns:a="http://schemas.openxmlformats.org/drawingml/2006/main">
            <a:off x="723900" y="5457825"/>
            <a:ext cx="3524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75">
                <a:solidFill>
                  <a:srgbClr val="FFFFFF"/>
                </a:solidFill>
                <a:latin typeface="Plus Jakarta Sans"/>
                <a:ea typeface="Plus Jakarta Sans"/>
                <a:cs typeface="Plus Jakarta Sans"/>
              </a:defRPr>
            </a:defPPr>
            <a:lvl1pPr>
              <a:defRPr sz="975">
                <a:solidFill>
                  <a:srgbClr val="FFFFFF"/>
                </a:solidFill>
                <a:latin typeface="Plus Jakarta Sans"/>
                <a:ea typeface="Plus Jakarta Sans"/>
                <a:cs typeface="Plus Jakarta Sans"/>
              </a:defRPr>
            </a:lvl1pPr>
            <a:lvl2pPr>
              <a:defRPr sz="975">
                <a:solidFill>
                  <a:srgbClr val="FFFFFF"/>
                </a:solidFill>
                <a:latin typeface="Plus Jakarta Sans"/>
                <a:ea typeface="Plus Jakarta Sans"/>
                <a:cs typeface="Plus Jakarta Sans"/>
              </a:defRPr>
            </a:lvl2pPr>
            <a:lvl3pPr>
              <a:defRPr sz="975">
                <a:solidFill>
                  <a:srgbClr val="FFFFFF"/>
                </a:solidFill>
                <a:latin typeface="Plus Jakarta Sans"/>
                <a:ea typeface="Plus Jakarta Sans"/>
                <a:cs typeface="Plus Jakarta Sans"/>
              </a:defRPr>
            </a:lvl3pPr>
            <a:lvl4pPr>
              <a:defRPr sz="975">
                <a:solidFill>
                  <a:srgbClr val="FFFFFF"/>
                </a:solidFill>
                <a:latin typeface="Plus Jakarta Sans"/>
                <a:ea typeface="Plus Jakarta Sans"/>
                <a:cs typeface="Plus Jakarta Sans"/>
              </a:defRPr>
            </a:lvl4pPr>
            <a:lvl5pPr>
              <a:defRPr sz="975">
                <a:solidFill>
                  <a:srgbClr val="FFFFFF"/>
                </a:solidFill>
                <a:latin typeface="Plus Jakarta Sans"/>
                <a:ea typeface="Plus Jakarta Sans"/>
                <a:cs typeface="Plus Jakarta Sans"/>
              </a:defRPr>
            </a:lvl5pPr>
            <a:lvl6pPr>
              <a:defRPr sz="975">
                <a:solidFill>
                  <a:srgbClr val="FFFFFF"/>
                </a:solidFill>
                <a:latin typeface="Plus Jakarta Sans"/>
                <a:ea typeface="Plus Jakarta Sans"/>
                <a:cs typeface="Plus Jakarta Sans"/>
              </a:defRPr>
            </a:lvl6pPr>
            <a:lvl7pPr>
              <a:defRPr sz="975">
                <a:solidFill>
                  <a:srgbClr val="FFFFFF"/>
                </a:solidFill>
                <a:latin typeface="Plus Jakarta Sans"/>
                <a:ea typeface="Plus Jakarta Sans"/>
                <a:cs typeface="Plus Jakarta Sans"/>
              </a:defRPr>
            </a:lvl7pPr>
            <a:lvl8pPr>
              <a:defRPr sz="975">
                <a:solidFill>
                  <a:srgbClr val="FFFFFF"/>
                </a:solidFill>
                <a:latin typeface="Plus Jakarta Sans"/>
                <a:ea typeface="Plus Jakarta Sans"/>
                <a:cs typeface="Plus Jakarta Sans"/>
              </a:defRPr>
            </a:lvl8pPr>
            <a:lvl9pPr>
              <a:defRPr sz="975">
                <a:solidFill>
                  <a:srgbClr val="FFFFFF"/>
                </a:solidFill>
                <a:latin typeface="Plus Jakarta Sans"/>
                <a:ea typeface="Plus Jakarta Sans"/>
                <a:cs typeface="Plus Jakarta Sans"/>
              </a:defRPr>
            </a:lvl9pPr>
          </a:lstStyle>
          <a:p xmlns:a="http://schemas.openxmlformats.org/drawingml/2006/main">
            <a:pPr>
              <a:defRPr sz="975">
                <a:solidFill>
                  <a:srgbClr val="FFFFFF"/>
                </a:solidFill>
                <a:latin typeface="Plus Jakarta Sans"/>
                <a:ea typeface="Plus Jakarta Sans"/>
                <a:cs typeface="Plus Jakarta Sans"/>
              </a:defRPr>
            </a:pPr>
            <a:r>
              <a:rPr sz="975">
                <a:solidFill>
                  <a:srgbClr val="FFFFFF"/>
                </a:solidFill>
                <a:latin typeface="Plus Jakarta Sans"/>
                <a:ea typeface="Plus Jakarta Sans"/>
                <a:cs typeface="Plus Jakarta Sans"/>
              </a:rPr>
              <a:t>botconsulting.io</a:t>
            </a:r>
          </a:p>
          <a:p xmlns:a="http://schemas.openxmlformats.org/drawingml/2006/main">
            <a:pPr>
              <a:defRPr sz="975">
                <a:solidFill>
                  <a:srgbClr val="FFFFFF"/>
                </a:solidFill>
                <a:latin typeface="Plus Jakarta Sans"/>
                <a:ea typeface="Plus Jakarta Sans"/>
                <a:cs typeface="Plus Jakarta Sans"/>
              </a:defRPr>
            </a:pPr>
            <a:r>
              <a:rPr sz="975">
                <a:solidFill>
                  <a:srgbClr val="FFFFFF"/>
                </a:solidFill>
                <a:latin typeface="Plus Jakarta Sans"/>
                <a:ea typeface="Plus Jakarta Sans"/>
                <a:cs typeface="Plus Jakarta Sans"/>
              </a:rPr>
              <a:t>partnersummit@botconsulting.io</a:t>
            </a:r>
          </a:p>
          <a:p xmlns:a="http://schemas.openxmlformats.org/drawingml/2006/main">
            <a:pPr>
              <a:defRPr sz="975">
                <a:solidFill>
                  <a:srgbClr val="FFFFFF"/>
                </a:solidFill>
                <a:latin typeface="Plus Jakarta Sans"/>
                <a:ea typeface="Plus Jakarta Sans"/>
                <a:cs typeface="Plus Jakarta Sans"/>
              </a:defRPr>
            </a:pPr>
            <a:r>
              <a:rPr sz="975">
                <a:solidFill>
                  <a:srgbClr val="FFFFFF"/>
                </a:solidFill>
                <a:latin typeface="Plus Jakarta Sans"/>
                <a:ea typeface="Plus Jakarta Sans"/>
                <a:cs typeface="Plus Jakarta Sans"/>
              </a:rPr>
              <a:t>Ananta Spa &amp; Resorts, Jaipur</a:t>
            </a:r>
          </a:p>
        </p:txBody>
      </p:sp>
    </p:spTree>
    <p:extLst>
      <p:ext uri="{BB962C8B-B14F-4D97-AF65-F5344CB8AC3E}">
        <p14:creationId xmlns:p14="http://schemas.microsoft.com/office/powerpoint/2010/main" val="212788410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2026-10-26T11:02:26.3050000Z</dcterms:created>
  <dcterms:modified xsi:type="dcterms:W3CDTF">2026-10-26T11:02:26.3050000Z</dcterms:modified>
</coreProperties>
</file>